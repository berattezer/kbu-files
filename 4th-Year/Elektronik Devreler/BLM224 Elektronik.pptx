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8" r:id="rId1"/>
  </p:sldMasterIdLst>
  <p:notesMasterIdLst>
    <p:notesMasterId r:id="rId33"/>
  </p:notesMasterIdLst>
  <p:handoutMasterIdLst>
    <p:handoutMasterId r:id="rId34"/>
  </p:handoutMasterIdLst>
  <p:sldIdLst>
    <p:sldId id="399" r:id="rId2"/>
    <p:sldId id="349" r:id="rId3"/>
    <p:sldId id="350" r:id="rId4"/>
    <p:sldId id="351" r:id="rId5"/>
    <p:sldId id="352" r:id="rId6"/>
    <p:sldId id="353" r:id="rId7"/>
    <p:sldId id="354" r:id="rId8"/>
    <p:sldId id="518" r:id="rId9"/>
    <p:sldId id="519" r:id="rId10"/>
    <p:sldId id="520" r:id="rId11"/>
    <p:sldId id="521" r:id="rId12"/>
    <p:sldId id="522" r:id="rId13"/>
    <p:sldId id="523" r:id="rId14"/>
    <p:sldId id="524" r:id="rId15"/>
    <p:sldId id="525" r:id="rId16"/>
    <p:sldId id="526" r:id="rId17"/>
    <p:sldId id="527" r:id="rId18"/>
    <p:sldId id="528" r:id="rId19"/>
    <p:sldId id="495" r:id="rId20"/>
    <p:sldId id="502" r:id="rId21"/>
    <p:sldId id="503" r:id="rId22"/>
    <p:sldId id="504" r:id="rId23"/>
    <p:sldId id="506" r:id="rId24"/>
    <p:sldId id="505" r:id="rId25"/>
    <p:sldId id="496" r:id="rId26"/>
    <p:sldId id="509" r:id="rId27"/>
    <p:sldId id="510" r:id="rId28"/>
    <p:sldId id="507" r:id="rId29"/>
    <p:sldId id="508" r:id="rId30"/>
    <p:sldId id="511" r:id="rId31"/>
    <p:sldId id="447" r:id="rId32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30789-65DC-455E-BEA7-F39AF612841A}" v="16" dt="2021-03-22T11:43:59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9677" autoAdjust="0"/>
  </p:normalViewPr>
  <p:slideViewPr>
    <p:cSldViewPr snapToGrid="0">
      <p:cViewPr varScale="1">
        <p:scale>
          <a:sx n="74" d="100"/>
          <a:sy n="74" d="100"/>
        </p:scale>
        <p:origin x="86" y="2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hat ATASOY" userId="54c450f44b7320ee" providerId="LiveId" clId="{1F130789-65DC-455E-BEA7-F39AF612841A}"/>
    <pc:docChg chg="custSel addSld delSld modSld">
      <pc:chgData name="Ferhat ATASOY" userId="54c450f44b7320ee" providerId="LiveId" clId="{1F130789-65DC-455E-BEA7-F39AF612841A}" dt="2021-03-22T12:12:22.017" v="895" actId="6549"/>
      <pc:docMkLst>
        <pc:docMk/>
      </pc:docMkLst>
      <pc:sldChg chg="modSp">
        <pc:chgData name="Ferhat ATASOY" userId="54c450f44b7320ee" providerId="LiveId" clId="{1F130789-65DC-455E-BEA7-F39AF612841A}" dt="2021-03-22T11:43:59.410" v="891" actId="6549"/>
        <pc:sldMkLst>
          <pc:docMk/>
          <pc:sldMk cId="1386904392" sldId="354"/>
        </pc:sldMkLst>
        <pc:spChg chg="mod">
          <ac:chgData name="Ferhat ATASOY" userId="54c450f44b7320ee" providerId="LiveId" clId="{1F130789-65DC-455E-BEA7-F39AF612841A}" dt="2021-03-22T11:43:59.410" v="891" actId="6549"/>
          <ac:spMkLst>
            <pc:docMk/>
            <pc:sldMk cId="1386904392" sldId="354"/>
            <ac:spMk id="5" creationId="{48D58829-D1FE-450A-A267-0681F548AAAD}"/>
          </ac:spMkLst>
        </pc:spChg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94040793" sldId="495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2127645512" sldId="496"/>
        </pc:sldMkLst>
      </pc:sldChg>
      <pc:sldChg chg="del mod modShow">
        <pc:chgData name="Ferhat ATASOY" userId="54c450f44b7320ee" providerId="LiveId" clId="{1F130789-65DC-455E-BEA7-F39AF612841A}" dt="2021-03-22T11:01:01.636" v="879" actId="47"/>
        <pc:sldMkLst>
          <pc:docMk/>
          <pc:sldMk cId="2409093634" sldId="497"/>
        </pc:sldMkLst>
      </pc:sldChg>
      <pc:sldChg chg="del mod modShow">
        <pc:chgData name="Ferhat ATASOY" userId="54c450f44b7320ee" providerId="LiveId" clId="{1F130789-65DC-455E-BEA7-F39AF612841A}" dt="2021-03-22T11:01:02.985" v="880" actId="47"/>
        <pc:sldMkLst>
          <pc:docMk/>
          <pc:sldMk cId="8779804" sldId="498"/>
        </pc:sldMkLst>
      </pc:sldChg>
      <pc:sldChg chg="del mod modShow">
        <pc:chgData name="Ferhat ATASOY" userId="54c450f44b7320ee" providerId="LiveId" clId="{1F130789-65DC-455E-BEA7-F39AF612841A}" dt="2021-03-22T11:01:17.173" v="883" actId="47"/>
        <pc:sldMkLst>
          <pc:docMk/>
          <pc:sldMk cId="3097326976" sldId="499"/>
        </pc:sldMkLst>
      </pc:sldChg>
      <pc:sldChg chg="del mod modShow">
        <pc:chgData name="Ferhat ATASOY" userId="54c450f44b7320ee" providerId="LiveId" clId="{1F130789-65DC-455E-BEA7-F39AF612841A}" dt="2021-03-22T11:01:19.341" v="884" actId="47"/>
        <pc:sldMkLst>
          <pc:docMk/>
          <pc:sldMk cId="575756800" sldId="500"/>
        </pc:sldMkLst>
      </pc:sldChg>
      <pc:sldChg chg="del mod modShow">
        <pc:chgData name="Ferhat ATASOY" userId="54c450f44b7320ee" providerId="LiveId" clId="{1F130789-65DC-455E-BEA7-F39AF612841A}" dt="2021-03-22T11:01:22.867" v="888" actId="47"/>
        <pc:sldMkLst>
          <pc:docMk/>
          <pc:sldMk cId="906568816" sldId="501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3317229978" sldId="502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3786410818" sldId="503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1591414054" sldId="504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2611468418" sldId="505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567243631" sldId="506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1371773158" sldId="507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1361844121" sldId="508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2770740844" sldId="509"/>
        </pc:sldMkLst>
      </pc:sldChg>
      <pc:sldChg chg="mod modShow">
        <pc:chgData name="Ferhat ATASOY" userId="54c450f44b7320ee" providerId="LiveId" clId="{1F130789-65DC-455E-BEA7-F39AF612841A}" dt="2021-03-22T11:00:50.803" v="878" actId="729"/>
        <pc:sldMkLst>
          <pc:docMk/>
          <pc:sldMk cId="2704566798" sldId="510"/>
        </pc:sldMkLst>
      </pc:sldChg>
      <pc:sldChg chg="mod modShow">
        <pc:chgData name="Ferhat ATASOY" userId="54c450f44b7320ee" providerId="LiveId" clId="{1F130789-65DC-455E-BEA7-F39AF612841A}" dt="2021-03-22T11:01:29.585" v="889" actId="729"/>
        <pc:sldMkLst>
          <pc:docMk/>
          <pc:sldMk cId="1216216841" sldId="511"/>
        </pc:sldMkLst>
      </pc:sldChg>
      <pc:sldChg chg="del mod modShow">
        <pc:chgData name="Ferhat ATASOY" userId="54c450f44b7320ee" providerId="LiveId" clId="{1F130789-65DC-455E-BEA7-F39AF612841A}" dt="2021-03-22T11:01:13.448" v="881" actId="47"/>
        <pc:sldMkLst>
          <pc:docMk/>
          <pc:sldMk cId="2864963073" sldId="512"/>
        </pc:sldMkLst>
      </pc:sldChg>
      <pc:sldChg chg="del mod modShow">
        <pc:chgData name="Ferhat ATASOY" userId="54c450f44b7320ee" providerId="LiveId" clId="{1F130789-65DC-455E-BEA7-F39AF612841A}" dt="2021-03-22T11:01:14.988" v="882" actId="47"/>
        <pc:sldMkLst>
          <pc:docMk/>
          <pc:sldMk cId="2779540358" sldId="513"/>
        </pc:sldMkLst>
      </pc:sldChg>
      <pc:sldChg chg="del mod modShow">
        <pc:chgData name="Ferhat ATASOY" userId="54c450f44b7320ee" providerId="LiveId" clId="{1F130789-65DC-455E-BEA7-F39AF612841A}" dt="2021-03-22T11:01:20.379" v="885" actId="47"/>
        <pc:sldMkLst>
          <pc:docMk/>
          <pc:sldMk cId="4033002587" sldId="515"/>
        </pc:sldMkLst>
      </pc:sldChg>
      <pc:sldChg chg="del mod modShow">
        <pc:chgData name="Ferhat ATASOY" userId="54c450f44b7320ee" providerId="LiveId" clId="{1F130789-65DC-455E-BEA7-F39AF612841A}" dt="2021-03-22T11:01:21.084" v="886" actId="47"/>
        <pc:sldMkLst>
          <pc:docMk/>
          <pc:sldMk cId="2575061410" sldId="516"/>
        </pc:sldMkLst>
      </pc:sldChg>
      <pc:sldChg chg="del mod modShow">
        <pc:chgData name="Ferhat ATASOY" userId="54c450f44b7320ee" providerId="LiveId" clId="{1F130789-65DC-455E-BEA7-F39AF612841A}" dt="2021-03-22T11:01:22.171" v="887" actId="47"/>
        <pc:sldMkLst>
          <pc:docMk/>
          <pc:sldMk cId="1628104828" sldId="517"/>
        </pc:sldMkLst>
      </pc:sldChg>
      <pc:sldChg chg="addSp delSp modSp new mod">
        <pc:chgData name="Ferhat ATASOY" userId="54c450f44b7320ee" providerId="LiveId" clId="{1F130789-65DC-455E-BEA7-F39AF612841A}" dt="2021-03-22T10:29:35.226" v="93" actId="1076"/>
        <pc:sldMkLst>
          <pc:docMk/>
          <pc:sldMk cId="2516160328" sldId="518"/>
        </pc:sldMkLst>
        <pc:spChg chg="mod">
          <ac:chgData name="Ferhat ATASOY" userId="54c450f44b7320ee" providerId="LiveId" clId="{1F130789-65DC-455E-BEA7-F39AF612841A}" dt="2021-03-22T10:28:25.336" v="46" actId="20577"/>
          <ac:spMkLst>
            <pc:docMk/>
            <pc:sldMk cId="2516160328" sldId="518"/>
            <ac:spMk id="2" creationId="{41F29759-73BC-473D-B402-09A0428B18DE}"/>
          </ac:spMkLst>
        </pc:spChg>
        <pc:spChg chg="del">
          <ac:chgData name="Ferhat ATASOY" userId="54c450f44b7320ee" providerId="LiveId" clId="{1F130789-65DC-455E-BEA7-F39AF612841A}" dt="2021-03-22T10:28:41.292" v="48" actId="478"/>
          <ac:spMkLst>
            <pc:docMk/>
            <pc:sldMk cId="2516160328" sldId="518"/>
            <ac:spMk id="3" creationId="{3090A348-D4B4-4D1A-96F9-8ECD1409CABF}"/>
          </ac:spMkLst>
        </pc:spChg>
        <pc:spChg chg="add mod">
          <ac:chgData name="Ferhat ATASOY" userId="54c450f44b7320ee" providerId="LiveId" clId="{1F130789-65DC-455E-BEA7-F39AF612841A}" dt="2021-03-22T10:29:35.226" v="93" actId="1076"/>
          <ac:spMkLst>
            <pc:docMk/>
            <pc:sldMk cId="2516160328" sldId="518"/>
            <ac:spMk id="8" creationId="{1FFA9345-46D3-4248-A4E6-2622D46AE54D}"/>
          </ac:spMkLst>
        </pc:spChg>
        <pc:picChg chg="add del mod">
          <ac:chgData name="Ferhat ATASOY" userId="54c450f44b7320ee" providerId="LiveId" clId="{1F130789-65DC-455E-BEA7-F39AF612841A}" dt="2021-03-22T10:28:45.599" v="50" actId="478"/>
          <ac:picMkLst>
            <pc:docMk/>
            <pc:sldMk cId="2516160328" sldId="518"/>
            <ac:picMk id="5" creationId="{20AB6CBF-2F47-4F91-BDE5-6497AA295D09}"/>
          </ac:picMkLst>
        </pc:picChg>
        <pc:picChg chg="add mod">
          <ac:chgData name="Ferhat ATASOY" userId="54c450f44b7320ee" providerId="LiveId" clId="{1F130789-65DC-455E-BEA7-F39AF612841A}" dt="2021-03-22T10:29:04.640" v="53" actId="1076"/>
          <ac:picMkLst>
            <pc:docMk/>
            <pc:sldMk cId="2516160328" sldId="518"/>
            <ac:picMk id="7" creationId="{FCC81ABF-E798-45DB-8FDA-D9B64017E27D}"/>
          </ac:picMkLst>
        </pc:picChg>
      </pc:sldChg>
      <pc:sldChg chg="addSp modSp add mod">
        <pc:chgData name="Ferhat ATASOY" userId="54c450f44b7320ee" providerId="LiveId" clId="{1F130789-65DC-455E-BEA7-F39AF612841A}" dt="2021-03-22T10:35:17.013" v="270" actId="1076"/>
        <pc:sldMkLst>
          <pc:docMk/>
          <pc:sldMk cId="3826560501" sldId="519"/>
        </pc:sldMkLst>
        <pc:spChg chg="mod">
          <ac:chgData name="Ferhat ATASOY" userId="54c450f44b7320ee" providerId="LiveId" clId="{1F130789-65DC-455E-BEA7-F39AF612841A}" dt="2021-03-22T10:30:08.729" v="110" actId="20577"/>
          <ac:spMkLst>
            <pc:docMk/>
            <pc:sldMk cId="3826560501" sldId="519"/>
            <ac:spMk id="2" creationId="{41F29759-73BC-473D-B402-09A0428B18DE}"/>
          </ac:spMkLst>
        </pc:spChg>
        <pc:spChg chg="add">
          <ac:chgData name="Ferhat ATASOY" userId="54c450f44b7320ee" providerId="LiveId" clId="{1F130789-65DC-455E-BEA7-F39AF612841A}" dt="2021-03-22T10:31:11.084" v="118" actId="11529"/>
          <ac:spMkLst>
            <pc:docMk/>
            <pc:sldMk cId="3826560501" sldId="519"/>
            <ac:spMk id="5" creationId="{006676BF-015E-4836-85D8-F274D20D4DE0}"/>
          </ac:spMkLst>
        </pc:spChg>
        <pc:spChg chg="add mod">
          <ac:chgData name="Ferhat ATASOY" userId="54c450f44b7320ee" providerId="LiveId" clId="{1F130789-65DC-455E-BEA7-F39AF612841A}" dt="2021-03-22T10:33:50.897" v="250" actId="20577"/>
          <ac:spMkLst>
            <pc:docMk/>
            <pc:sldMk cId="3826560501" sldId="519"/>
            <ac:spMk id="6" creationId="{F22DCE6C-D4C0-4C4C-9B7D-EB47868B581F}"/>
          </ac:spMkLst>
        </pc:spChg>
        <pc:spChg chg="mod">
          <ac:chgData name="Ferhat ATASOY" userId="54c450f44b7320ee" providerId="LiveId" clId="{1F130789-65DC-455E-BEA7-F39AF612841A}" dt="2021-03-22T10:30:51.923" v="114" actId="1076"/>
          <ac:spMkLst>
            <pc:docMk/>
            <pc:sldMk cId="3826560501" sldId="519"/>
            <ac:spMk id="8" creationId="{1FFA9345-46D3-4248-A4E6-2622D46AE54D}"/>
          </ac:spMkLst>
        </pc:spChg>
        <pc:picChg chg="add mod">
          <ac:chgData name="Ferhat ATASOY" userId="54c450f44b7320ee" providerId="LiveId" clId="{1F130789-65DC-455E-BEA7-F39AF612841A}" dt="2021-03-22T10:30:59.462" v="117" actId="14100"/>
          <ac:picMkLst>
            <pc:docMk/>
            <pc:sldMk cId="3826560501" sldId="519"/>
            <ac:picMk id="4" creationId="{682E75C2-BB04-4FB0-8F0B-2C0BDB18C986}"/>
          </ac:picMkLst>
        </pc:picChg>
        <pc:picChg chg="mod">
          <ac:chgData name="Ferhat ATASOY" userId="54c450f44b7320ee" providerId="LiveId" clId="{1F130789-65DC-455E-BEA7-F39AF612841A}" dt="2021-03-22T10:30:48.157" v="113" actId="14100"/>
          <ac:picMkLst>
            <pc:docMk/>
            <pc:sldMk cId="3826560501" sldId="519"/>
            <ac:picMk id="7" creationId="{FCC81ABF-E798-45DB-8FDA-D9B64017E27D}"/>
          </ac:picMkLst>
        </pc:picChg>
        <pc:picChg chg="add mod">
          <ac:chgData name="Ferhat ATASOY" userId="54c450f44b7320ee" providerId="LiveId" clId="{1F130789-65DC-455E-BEA7-F39AF612841A}" dt="2021-03-22T10:34:54.970" v="264" actId="1076"/>
          <ac:picMkLst>
            <pc:docMk/>
            <pc:sldMk cId="3826560501" sldId="519"/>
            <ac:picMk id="10" creationId="{055A8A67-2327-4DAE-9266-38F9DB7CDA49}"/>
          </ac:picMkLst>
        </pc:picChg>
        <pc:picChg chg="add mod">
          <ac:chgData name="Ferhat ATASOY" userId="54c450f44b7320ee" providerId="LiveId" clId="{1F130789-65DC-455E-BEA7-F39AF612841A}" dt="2021-03-22T10:34:56.390" v="265" actId="1076"/>
          <ac:picMkLst>
            <pc:docMk/>
            <pc:sldMk cId="3826560501" sldId="519"/>
            <ac:picMk id="12" creationId="{7340E270-43A8-422C-8D5C-3C812EE81CB8}"/>
          </ac:picMkLst>
        </pc:picChg>
        <pc:picChg chg="add mod">
          <ac:chgData name="Ferhat ATASOY" userId="54c450f44b7320ee" providerId="LiveId" clId="{1F130789-65DC-455E-BEA7-F39AF612841A}" dt="2021-03-22T10:34:59.761" v="266" actId="1076"/>
          <ac:picMkLst>
            <pc:docMk/>
            <pc:sldMk cId="3826560501" sldId="519"/>
            <ac:picMk id="14" creationId="{DEB090E1-EE05-4194-94CD-F2EDA4E2F0B6}"/>
          </ac:picMkLst>
        </pc:picChg>
        <pc:picChg chg="add mod">
          <ac:chgData name="Ferhat ATASOY" userId="54c450f44b7320ee" providerId="LiveId" clId="{1F130789-65DC-455E-BEA7-F39AF612841A}" dt="2021-03-22T10:35:01.101" v="267" actId="1076"/>
          <ac:picMkLst>
            <pc:docMk/>
            <pc:sldMk cId="3826560501" sldId="519"/>
            <ac:picMk id="16" creationId="{1E2977C8-7178-4587-953C-EC9D803B3513}"/>
          </ac:picMkLst>
        </pc:picChg>
        <pc:picChg chg="add mod">
          <ac:chgData name="Ferhat ATASOY" userId="54c450f44b7320ee" providerId="LiveId" clId="{1F130789-65DC-455E-BEA7-F39AF612841A}" dt="2021-03-22T10:35:17.013" v="270" actId="1076"/>
          <ac:picMkLst>
            <pc:docMk/>
            <pc:sldMk cId="3826560501" sldId="519"/>
            <ac:picMk id="18" creationId="{F5E62A2B-74D3-48CF-BB84-35F38F680BE5}"/>
          </ac:picMkLst>
        </pc:picChg>
      </pc:sldChg>
      <pc:sldChg chg="addSp delSp modSp add mod">
        <pc:chgData name="Ferhat ATASOY" userId="54c450f44b7320ee" providerId="LiveId" clId="{1F130789-65DC-455E-BEA7-F39AF612841A}" dt="2021-03-22T10:37:55.899" v="412" actId="947"/>
        <pc:sldMkLst>
          <pc:docMk/>
          <pc:sldMk cId="3640585092" sldId="520"/>
        </pc:sldMkLst>
        <pc:spChg chg="mod">
          <ac:chgData name="Ferhat ATASOY" userId="54c450f44b7320ee" providerId="LiveId" clId="{1F130789-65DC-455E-BEA7-F39AF612841A}" dt="2021-03-22T10:35:30.561" v="276" actId="20577"/>
          <ac:spMkLst>
            <pc:docMk/>
            <pc:sldMk cId="3640585092" sldId="520"/>
            <ac:spMk id="2" creationId="{41F29759-73BC-473D-B402-09A0428B18DE}"/>
          </ac:spMkLst>
        </pc:spChg>
        <pc:spChg chg="del">
          <ac:chgData name="Ferhat ATASOY" userId="54c450f44b7320ee" providerId="LiveId" clId="{1F130789-65DC-455E-BEA7-F39AF612841A}" dt="2021-03-22T10:35:49.776" v="278" actId="478"/>
          <ac:spMkLst>
            <pc:docMk/>
            <pc:sldMk cId="3640585092" sldId="520"/>
            <ac:spMk id="5" creationId="{006676BF-015E-4836-85D8-F274D20D4DE0}"/>
          </ac:spMkLst>
        </pc:spChg>
        <pc:spChg chg="mod">
          <ac:chgData name="Ferhat ATASOY" userId="54c450f44b7320ee" providerId="LiveId" clId="{1F130789-65DC-455E-BEA7-F39AF612841A}" dt="2021-03-22T10:37:55.899" v="412" actId="947"/>
          <ac:spMkLst>
            <pc:docMk/>
            <pc:sldMk cId="3640585092" sldId="520"/>
            <ac:spMk id="6" creationId="{F22DCE6C-D4C0-4C4C-9B7D-EB47868B581F}"/>
          </ac:spMkLst>
        </pc:spChg>
        <pc:spChg chg="del">
          <ac:chgData name="Ferhat ATASOY" userId="54c450f44b7320ee" providerId="LiveId" clId="{1F130789-65DC-455E-BEA7-F39AF612841A}" dt="2021-03-22T10:36:03.272" v="288" actId="478"/>
          <ac:spMkLst>
            <pc:docMk/>
            <pc:sldMk cId="3640585092" sldId="520"/>
            <ac:spMk id="8" creationId="{1FFA9345-46D3-4248-A4E6-2622D46AE54D}"/>
          </ac:spMkLst>
        </pc:spChg>
        <pc:picChg chg="del">
          <ac:chgData name="Ferhat ATASOY" userId="54c450f44b7320ee" providerId="LiveId" clId="{1F130789-65DC-455E-BEA7-F39AF612841A}" dt="2021-03-22T10:35:48.720" v="277" actId="478"/>
          <ac:picMkLst>
            <pc:docMk/>
            <pc:sldMk cId="3640585092" sldId="520"/>
            <ac:picMk id="4" creationId="{682E75C2-BB04-4FB0-8F0B-2C0BDB18C986}"/>
          </ac:picMkLst>
        </pc:picChg>
        <pc:picChg chg="del">
          <ac:chgData name="Ferhat ATASOY" userId="54c450f44b7320ee" providerId="LiveId" clId="{1F130789-65DC-455E-BEA7-F39AF612841A}" dt="2021-03-22T10:35:50.433" v="279" actId="478"/>
          <ac:picMkLst>
            <pc:docMk/>
            <pc:sldMk cId="3640585092" sldId="520"/>
            <ac:picMk id="7" creationId="{FCC81ABF-E798-45DB-8FDA-D9B64017E27D}"/>
          </ac:picMkLst>
        </pc:picChg>
        <pc:picChg chg="add mod">
          <ac:chgData name="Ferhat ATASOY" userId="54c450f44b7320ee" providerId="LiveId" clId="{1F130789-65DC-455E-BEA7-F39AF612841A}" dt="2021-03-22T10:35:56.379" v="282" actId="1076"/>
          <ac:picMkLst>
            <pc:docMk/>
            <pc:sldMk cId="3640585092" sldId="520"/>
            <ac:picMk id="9" creationId="{DD75A0EE-524A-46DB-8785-FC124AF3026E}"/>
          </ac:picMkLst>
        </pc:picChg>
        <pc:picChg chg="del">
          <ac:chgData name="Ferhat ATASOY" userId="54c450f44b7320ee" providerId="LiveId" clId="{1F130789-65DC-455E-BEA7-F39AF612841A}" dt="2021-03-22T10:35:57.857" v="283" actId="478"/>
          <ac:picMkLst>
            <pc:docMk/>
            <pc:sldMk cId="3640585092" sldId="520"/>
            <ac:picMk id="10" creationId="{055A8A67-2327-4DAE-9266-38F9DB7CDA49}"/>
          </ac:picMkLst>
        </pc:picChg>
        <pc:picChg chg="del">
          <ac:chgData name="Ferhat ATASOY" userId="54c450f44b7320ee" providerId="LiveId" clId="{1F130789-65DC-455E-BEA7-F39AF612841A}" dt="2021-03-22T10:35:58.688" v="284" actId="478"/>
          <ac:picMkLst>
            <pc:docMk/>
            <pc:sldMk cId="3640585092" sldId="520"/>
            <ac:picMk id="12" creationId="{7340E270-43A8-422C-8D5C-3C812EE81CB8}"/>
          </ac:picMkLst>
        </pc:picChg>
        <pc:picChg chg="del">
          <ac:chgData name="Ferhat ATASOY" userId="54c450f44b7320ee" providerId="LiveId" clId="{1F130789-65DC-455E-BEA7-F39AF612841A}" dt="2021-03-22T10:35:59.448" v="285" actId="478"/>
          <ac:picMkLst>
            <pc:docMk/>
            <pc:sldMk cId="3640585092" sldId="520"/>
            <ac:picMk id="14" creationId="{DEB090E1-EE05-4194-94CD-F2EDA4E2F0B6}"/>
          </ac:picMkLst>
        </pc:picChg>
        <pc:picChg chg="del">
          <ac:chgData name="Ferhat ATASOY" userId="54c450f44b7320ee" providerId="LiveId" clId="{1F130789-65DC-455E-BEA7-F39AF612841A}" dt="2021-03-22T10:36:00.057" v="286" actId="478"/>
          <ac:picMkLst>
            <pc:docMk/>
            <pc:sldMk cId="3640585092" sldId="520"/>
            <ac:picMk id="16" creationId="{1E2977C8-7178-4587-953C-EC9D803B3513}"/>
          </ac:picMkLst>
        </pc:picChg>
        <pc:picChg chg="del">
          <ac:chgData name="Ferhat ATASOY" userId="54c450f44b7320ee" providerId="LiveId" clId="{1F130789-65DC-455E-BEA7-F39AF612841A}" dt="2021-03-22T10:36:00.640" v="287" actId="478"/>
          <ac:picMkLst>
            <pc:docMk/>
            <pc:sldMk cId="3640585092" sldId="520"/>
            <ac:picMk id="18" creationId="{F5E62A2B-74D3-48CF-BB84-35F38F680BE5}"/>
          </ac:picMkLst>
        </pc:picChg>
      </pc:sldChg>
      <pc:sldChg chg="addSp modSp add mod">
        <pc:chgData name="Ferhat ATASOY" userId="54c450f44b7320ee" providerId="LiveId" clId="{1F130789-65DC-455E-BEA7-F39AF612841A}" dt="2021-03-22T12:11:01.609" v="894" actId="20577"/>
        <pc:sldMkLst>
          <pc:docMk/>
          <pc:sldMk cId="95104582" sldId="521"/>
        </pc:sldMkLst>
        <pc:spChg chg="mod">
          <ac:chgData name="Ferhat ATASOY" userId="54c450f44b7320ee" providerId="LiveId" clId="{1F130789-65DC-455E-BEA7-F39AF612841A}" dt="2021-03-22T12:11:01.609" v="894" actId="20577"/>
          <ac:spMkLst>
            <pc:docMk/>
            <pc:sldMk cId="95104582" sldId="521"/>
            <ac:spMk id="6" creationId="{F22DCE6C-D4C0-4C4C-9B7D-EB47868B581F}"/>
          </ac:spMkLst>
        </pc:spChg>
        <pc:picChg chg="add mod">
          <ac:chgData name="Ferhat ATASOY" userId="54c450f44b7320ee" providerId="LiveId" clId="{1F130789-65DC-455E-BEA7-F39AF612841A}" dt="2021-03-22T10:38:20.507" v="416" actId="1076"/>
          <ac:picMkLst>
            <pc:docMk/>
            <pc:sldMk cId="95104582" sldId="521"/>
            <ac:picMk id="4" creationId="{39B9933E-12F3-4154-A2C8-5984C5E76503}"/>
          </ac:picMkLst>
        </pc:picChg>
        <pc:picChg chg="add mod">
          <ac:chgData name="Ferhat ATASOY" userId="54c450f44b7320ee" providerId="LiveId" clId="{1F130789-65DC-455E-BEA7-F39AF612841A}" dt="2021-03-22T10:38:37.486" v="419" actId="1076"/>
          <ac:picMkLst>
            <pc:docMk/>
            <pc:sldMk cId="95104582" sldId="521"/>
            <ac:picMk id="7" creationId="{2D8B416C-C7A6-466B-85A0-2477D96869C7}"/>
          </ac:picMkLst>
        </pc:picChg>
      </pc:sldChg>
      <pc:sldChg chg="addSp delSp modSp add mod">
        <pc:chgData name="Ferhat ATASOY" userId="54c450f44b7320ee" providerId="LiveId" clId="{1F130789-65DC-455E-BEA7-F39AF612841A}" dt="2021-03-22T10:41:46.344" v="547" actId="947"/>
        <pc:sldMkLst>
          <pc:docMk/>
          <pc:sldMk cId="3026967703" sldId="522"/>
        </pc:sldMkLst>
        <pc:spChg chg="mod">
          <ac:chgData name="Ferhat ATASOY" userId="54c450f44b7320ee" providerId="LiveId" clId="{1F130789-65DC-455E-BEA7-F39AF612841A}" dt="2021-03-22T10:41:46.344" v="547" actId="947"/>
          <ac:spMkLst>
            <pc:docMk/>
            <pc:sldMk cId="3026967703" sldId="522"/>
            <ac:spMk id="6" creationId="{F22DCE6C-D4C0-4C4C-9B7D-EB47868B581F}"/>
          </ac:spMkLst>
        </pc:spChg>
        <pc:picChg chg="del">
          <ac:chgData name="Ferhat ATASOY" userId="54c450f44b7320ee" providerId="LiveId" clId="{1F130789-65DC-455E-BEA7-F39AF612841A}" dt="2021-03-22T10:39:55.905" v="471" actId="478"/>
          <ac:picMkLst>
            <pc:docMk/>
            <pc:sldMk cId="3026967703" sldId="522"/>
            <ac:picMk id="4" creationId="{39B9933E-12F3-4154-A2C8-5984C5E76503}"/>
          </ac:picMkLst>
        </pc:picChg>
        <pc:picChg chg="add mod">
          <ac:chgData name="Ferhat ATASOY" userId="54c450f44b7320ee" providerId="LiveId" clId="{1F130789-65DC-455E-BEA7-F39AF612841A}" dt="2021-03-22T10:40:00.053" v="473" actId="1076"/>
          <ac:picMkLst>
            <pc:docMk/>
            <pc:sldMk cId="3026967703" sldId="522"/>
            <ac:picMk id="5" creationId="{61F8B72B-D79D-4AEB-BBB2-993AC7451034}"/>
          </ac:picMkLst>
        </pc:picChg>
        <pc:picChg chg="del">
          <ac:chgData name="Ferhat ATASOY" userId="54c450f44b7320ee" providerId="LiveId" clId="{1F130789-65DC-455E-BEA7-F39AF612841A}" dt="2021-03-22T10:40:23.408" v="476" actId="478"/>
          <ac:picMkLst>
            <pc:docMk/>
            <pc:sldMk cId="3026967703" sldId="522"/>
            <ac:picMk id="7" creationId="{2D8B416C-C7A6-466B-85A0-2477D96869C7}"/>
          </ac:picMkLst>
        </pc:picChg>
        <pc:picChg chg="add mod">
          <ac:chgData name="Ferhat ATASOY" userId="54c450f44b7320ee" providerId="LiveId" clId="{1F130789-65DC-455E-BEA7-F39AF612841A}" dt="2021-03-22T10:40:56.278" v="482" actId="1076"/>
          <ac:picMkLst>
            <pc:docMk/>
            <pc:sldMk cId="3026967703" sldId="522"/>
            <ac:picMk id="10" creationId="{93612FDC-7239-4207-A0D9-85CC78E2EC58}"/>
          </ac:picMkLst>
        </pc:picChg>
        <pc:picChg chg="add mod">
          <ac:chgData name="Ferhat ATASOY" userId="54c450f44b7320ee" providerId="LiveId" clId="{1F130789-65DC-455E-BEA7-F39AF612841A}" dt="2021-03-22T10:41:09.197" v="488" actId="14100"/>
          <ac:picMkLst>
            <pc:docMk/>
            <pc:sldMk cId="3026967703" sldId="522"/>
            <ac:picMk id="12" creationId="{1842215E-B2E0-4B9D-9BFE-A3D0352AED12}"/>
          </ac:picMkLst>
        </pc:picChg>
      </pc:sldChg>
      <pc:sldChg chg="addSp delSp modSp add mod">
        <pc:chgData name="Ferhat ATASOY" userId="54c450f44b7320ee" providerId="LiveId" clId="{1F130789-65DC-455E-BEA7-F39AF612841A}" dt="2021-03-22T12:12:22.017" v="895" actId="6549"/>
        <pc:sldMkLst>
          <pc:docMk/>
          <pc:sldMk cId="2224258082" sldId="523"/>
        </pc:sldMkLst>
        <pc:spChg chg="mod">
          <ac:chgData name="Ferhat ATASOY" userId="54c450f44b7320ee" providerId="LiveId" clId="{1F130789-65DC-455E-BEA7-F39AF612841A}" dt="2021-03-22T12:12:22.017" v="895" actId="6549"/>
          <ac:spMkLst>
            <pc:docMk/>
            <pc:sldMk cId="2224258082" sldId="523"/>
            <ac:spMk id="2" creationId="{41F29759-73BC-473D-B402-09A0428B18DE}"/>
          </ac:spMkLst>
        </pc:spChg>
        <pc:spChg chg="del">
          <ac:chgData name="Ferhat ATASOY" userId="54c450f44b7320ee" providerId="LiveId" clId="{1F130789-65DC-455E-BEA7-F39AF612841A}" dt="2021-03-22T10:42:48.590" v="553" actId="478"/>
          <ac:spMkLst>
            <pc:docMk/>
            <pc:sldMk cId="2224258082" sldId="523"/>
            <ac:spMk id="5" creationId="{006676BF-015E-4836-85D8-F274D20D4DE0}"/>
          </ac:spMkLst>
        </pc:spChg>
        <pc:spChg chg="del mod">
          <ac:chgData name="Ferhat ATASOY" userId="54c450f44b7320ee" providerId="LiveId" clId="{1F130789-65DC-455E-BEA7-F39AF612841A}" dt="2021-03-22T10:43:17.633" v="562"/>
          <ac:spMkLst>
            <pc:docMk/>
            <pc:sldMk cId="2224258082" sldId="523"/>
            <ac:spMk id="6" creationId="{F22DCE6C-D4C0-4C4C-9B7D-EB47868B581F}"/>
          </ac:spMkLst>
        </pc:spChg>
        <pc:picChg chg="del">
          <ac:chgData name="Ferhat ATASOY" userId="54c450f44b7320ee" providerId="LiveId" clId="{1F130789-65DC-455E-BEA7-F39AF612841A}" dt="2021-03-22T10:42:46.631" v="552" actId="478"/>
          <ac:picMkLst>
            <pc:docMk/>
            <pc:sldMk cId="2224258082" sldId="523"/>
            <ac:picMk id="4" creationId="{682E75C2-BB04-4FB0-8F0B-2C0BDB18C986}"/>
          </ac:picMkLst>
        </pc:picChg>
        <pc:picChg chg="add mod">
          <ac:chgData name="Ferhat ATASOY" userId="54c450f44b7320ee" providerId="LiveId" clId="{1F130789-65DC-455E-BEA7-F39AF612841A}" dt="2021-03-22T10:43:25.841" v="566" actId="14100"/>
          <ac:picMkLst>
            <pc:docMk/>
            <pc:sldMk cId="2224258082" sldId="523"/>
            <ac:picMk id="9" creationId="{74982C0F-49A9-410E-A031-D2A873A02086}"/>
          </ac:picMkLst>
        </pc:picChg>
        <pc:picChg chg="del">
          <ac:chgData name="Ferhat ATASOY" userId="54c450f44b7320ee" providerId="LiveId" clId="{1F130789-65DC-455E-BEA7-F39AF612841A}" dt="2021-03-22T10:42:51.749" v="554" actId="478"/>
          <ac:picMkLst>
            <pc:docMk/>
            <pc:sldMk cId="2224258082" sldId="523"/>
            <ac:picMk id="10" creationId="{055A8A67-2327-4DAE-9266-38F9DB7CDA49}"/>
          </ac:picMkLst>
        </pc:picChg>
        <pc:picChg chg="del">
          <ac:chgData name="Ferhat ATASOY" userId="54c450f44b7320ee" providerId="LiveId" clId="{1F130789-65DC-455E-BEA7-F39AF612841A}" dt="2021-03-22T10:42:52.393" v="555" actId="478"/>
          <ac:picMkLst>
            <pc:docMk/>
            <pc:sldMk cId="2224258082" sldId="523"/>
            <ac:picMk id="12" creationId="{7340E270-43A8-422C-8D5C-3C812EE81CB8}"/>
          </ac:picMkLst>
        </pc:picChg>
        <pc:picChg chg="add del mod">
          <ac:chgData name="Ferhat ATASOY" userId="54c450f44b7320ee" providerId="LiveId" clId="{1F130789-65DC-455E-BEA7-F39AF612841A}" dt="2021-03-22T10:43:59.426" v="574" actId="478"/>
          <ac:picMkLst>
            <pc:docMk/>
            <pc:sldMk cId="2224258082" sldId="523"/>
            <ac:picMk id="13" creationId="{ECFE0713-8968-4945-9610-D271F41B7FDA}"/>
          </ac:picMkLst>
        </pc:picChg>
        <pc:picChg chg="del">
          <ac:chgData name="Ferhat ATASOY" userId="54c450f44b7320ee" providerId="LiveId" clId="{1F130789-65DC-455E-BEA7-F39AF612841A}" dt="2021-03-22T10:42:53.009" v="556" actId="478"/>
          <ac:picMkLst>
            <pc:docMk/>
            <pc:sldMk cId="2224258082" sldId="523"/>
            <ac:picMk id="14" creationId="{DEB090E1-EE05-4194-94CD-F2EDA4E2F0B6}"/>
          </ac:picMkLst>
        </pc:picChg>
        <pc:picChg chg="del">
          <ac:chgData name="Ferhat ATASOY" userId="54c450f44b7320ee" providerId="LiveId" clId="{1F130789-65DC-455E-BEA7-F39AF612841A}" dt="2021-03-22T10:42:53.545" v="557" actId="478"/>
          <ac:picMkLst>
            <pc:docMk/>
            <pc:sldMk cId="2224258082" sldId="523"/>
            <ac:picMk id="16" creationId="{1E2977C8-7178-4587-953C-EC9D803B3513}"/>
          </ac:picMkLst>
        </pc:picChg>
        <pc:picChg chg="add mod">
          <ac:chgData name="Ferhat ATASOY" userId="54c450f44b7320ee" providerId="LiveId" clId="{1F130789-65DC-455E-BEA7-F39AF612841A}" dt="2021-03-22T10:44:34.100" v="582" actId="1076"/>
          <ac:picMkLst>
            <pc:docMk/>
            <pc:sldMk cId="2224258082" sldId="523"/>
            <ac:picMk id="17" creationId="{6726FE3A-5EA6-4979-A339-9DA6C4E6F1F1}"/>
          </ac:picMkLst>
        </pc:picChg>
        <pc:picChg chg="del">
          <ac:chgData name="Ferhat ATASOY" userId="54c450f44b7320ee" providerId="LiveId" clId="{1F130789-65DC-455E-BEA7-F39AF612841A}" dt="2021-03-22T10:42:54.177" v="558" actId="478"/>
          <ac:picMkLst>
            <pc:docMk/>
            <pc:sldMk cId="2224258082" sldId="523"/>
            <ac:picMk id="18" creationId="{F5E62A2B-74D3-48CF-BB84-35F38F680BE5}"/>
          </ac:picMkLst>
        </pc:picChg>
        <pc:picChg chg="add mod">
          <ac:chgData name="Ferhat ATASOY" userId="54c450f44b7320ee" providerId="LiveId" clId="{1F130789-65DC-455E-BEA7-F39AF612841A}" dt="2021-03-22T10:44:15.780" v="578" actId="1076"/>
          <ac:picMkLst>
            <pc:docMk/>
            <pc:sldMk cId="2224258082" sldId="523"/>
            <ac:picMk id="20" creationId="{73F1E242-8419-4DDD-8463-BA1962EAAEE7}"/>
          </ac:picMkLst>
        </pc:picChg>
        <pc:picChg chg="add mod">
          <ac:chgData name="Ferhat ATASOY" userId="54c450f44b7320ee" providerId="LiveId" clId="{1F130789-65DC-455E-BEA7-F39AF612841A}" dt="2021-03-22T10:44:29.917" v="581" actId="1076"/>
          <ac:picMkLst>
            <pc:docMk/>
            <pc:sldMk cId="2224258082" sldId="523"/>
            <ac:picMk id="22" creationId="{393B2327-6264-42FC-B758-D735F0E7F0E9}"/>
          </ac:picMkLst>
        </pc:picChg>
        <pc:picChg chg="add mod">
          <ac:chgData name="Ferhat ATASOY" userId="54c450f44b7320ee" providerId="LiveId" clId="{1F130789-65DC-455E-BEA7-F39AF612841A}" dt="2021-03-22T10:44:47.128" v="585" actId="14100"/>
          <ac:picMkLst>
            <pc:docMk/>
            <pc:sldMk cId="2224258082" sldId="523"/>
            <ac:picMk id="24" creationId="{B9E4731B-E1FF-4AB7-ACA0-C02FC33F46CE}"/>
          </ac:picMkLst>
        </pc:picChg>
        <pc:picChg chg="add mod">
          <ac:chgData name="Ferhat ATASOY" userId="54c450f44b7320ee" providerId="LiveId" clId="{1F130789-65DC-455E-BEA7-F39AF612841A}" dt="2021-03-22T10:44:57.777" v="588" actId="1076"/>
          <ac:picMkLst>
            <pc:docMk/>
            <pc:sldMk cId="2224258082" sldId="523"/>
            <ac:picMk id="26" creationId="{084D470E-3821-40DF-82EA-185795319FA9}"/>
          </ac:picMkLst>
        </pc:picChg>
        <pc:picChg chg="add mod">
          <ac:chgData name="Ferhat ATASOY" userId="54c450f44b7320ee" providerId="LiveId" clId="{1F130789-65DC-455E-BEA7-F39AF612841A}" dt="2021-03-22T10:45:14.945" v="591" actId="14100"/>
          <ac:picMkLst>
            <pc:docMk/>
            <pc:sldMk cId="2224258082" sldId="523"/>
            <ac:picMk id="28" creationId="{3994F68F-6456-4EF2-80C5-DCE86E10AB43}"/>
          </ac:picMkLst>
        </pc:picChg>
      </pc:sldChg>
      <pc:sldChg chg="add del">
        <pc:chgData name="Ferhat ATASOY" userId="54c450f44b7320ee" providerId="LiveId" clId="{1F130789-65DC-455E-BEA7-F39AF612841A}" dt="2021-03-22T10:42:16.678" v="549"/>
        <pc:sldMkLst>
          <pc:docMk/>
          <pc:sldMk cId="4070714538" sldId="523"/>
        </pc:sldMkLst>
      </pc:sldChg>
      <pc:sldChg chg="addSp delSp modSp add mod">
        <pc:chgData name="Ferhat ATASOY" userId="54c450f44b7320ee" providerId="LiveId" clId="{1F130789-65DC-455E-BEA7-F39AF612841A}" dt="2021-03-22T10:47:55.587" v="737" actId="20577"/>
        <pc:sldMkLst>
          <pc:docMk/>
          <pc:sldMk cId="3135033813" sldId="524"/>
        </pc:sldMkLst>
        <pc:spChg chg="mod">
          <ac:chgData name="Ferhat ATASOY" userId="54c450f44b7320ee" providerId="LiveId" clId="{1F130789-65DC-455E-BEA7-F39AF612841A}" dt="2021-03-22T10:47:55.587" v="737" actId="20577"/>
          <ac:spMkLst>
            <pc:docMk/>
            <pc:sldMk cId="3135033813" sldId="524"/>
            <ac:spMk id="6" creationId="{F22DCE6C-D4C0-4C4C-9B7D-EB47868B581F}"/>
          </ac:spMkLst>
        </pc:spChg>
        <pc:picChg chg="add mod">
          <ac:chgData name="Ferhat ATASOY" userId="54c450f44b7320ee" providerId="LiveId" clId="{1F130789-65DC-455E-BEA7-F39AF612841A}" dt="2021-03-22T10:45:47.428" v="595" actId="1076"/>
          <ac:picMkLst>
            <pc:docMk/>
            <pc:sldMk cId="3135033813" sldId="524"/>
            <ac:picMk id="4" creationId="{0A12AE76-A522-444B-9414-76FC82A502A2}"/>
          </ac:picMkLst>
        </pc:picChg>
        <pc:picChg chg="del">
          <ac:chgData name="Ferhat ATASOY" userId="54c450f44b7320ee" providerId="LiveId" clId="{1F130789-65DC-455E-BEA7-F39AF612841A}" dt="2021-03-22T10:45:43.617" v="593" actId="478"/>
          <ac:picMkLst>
            <pc:docMk/>
            <pc:sldMk cId="3135033813" sldId="524"/>
            <ac:picMk id="9" creationId="{DD75A0EE-524A-46DB-8785-FC124AF3026E}"/>
          </ac:picMkLst>
        </pc:picChg>
      </pc:sldChg>
      <pc:sldChg chg="addSp modSp add mod">
        <pc:chgData name="Ferhat ATASOY" userId="54c450f44b7320ee" providerId="LiveId" clId="{1F130789-65DC-455E-BEA7-F39AF612841A}" dt="2021-03-22T10:49:52.078" v="764" actId="1076"/>
        <pc:sldMkLst>
          <pc:docMk/>
          <pc:sldMk cId="222040376" sldId="525"/>
        </pc:sldMkLst>
        <pc:picChg chg="add mod">
          <ac:chgData name="Ferhat ATASOY" userId="54c450f44b7320ee" providerId="LiveId" clId="{1F130789-65DC-455E-BEA7-F39AF612841A}" dt="2021-03-22T10:48:20.731" v="741" actId="1076"/>
          <ac:picMkLst>
            <pc:docMk/>
            <pc:sldMk cId="222040376" sldId="525"/>
            <ac:picMk id="5" creationId="{0E5D54CC-9CC1-4E91-95B9-36D96119505F}"/>
          </ac:picMkLst>
        </pc:picChg>
        <pc:picChg chg="add mod">
          <ac:chgData name="Ferhat ATASOY" userId="54c450f44b7320ee" providerId="LiveId" clId="{1F130789-65DC-455E-BEA7-F39AF612841A}" dt="2021-03-22T10:48:33.263" v="745" actId="1076"/>
          <ac:picMkLst>
            <pc:docMk/>
            <pc:sldMk cId="222040376" sldId="525"/>
            <ac:picMk id="8" creationId="{65C42940-3C2D-4691-ADDE-93DA792FEE04}"/>
          </ac:picMkLst>
        </pc:picChg>
        <pc:picChg chg="add mod">
          <ac:chgData name="Ferhat ATASOY" userId="54c450f44b7320ee" providerId="LiveId" clId="{1F130789-65DC-455E-BEA7-F39AF612841A}" dt="2021-03-22T10:49:44.180" v="761" actId="1076"/>
          <ac:picMkLst>
            <pc:docMk/>
            <pc:sldMk cId="222040376" sldId="525"/>
            <ac:picMk id="10" creationId="{E9E7F77C-CE11-4CCE-A93B-5DF19BE8228D}"/>
          </ac:picMkLst>
        </pc:picChg>
        <pc:picChg chg="add mod">
          <ac:chgData name="Ferhat ATASOY" userId="54c450f44b7320ee" providerId="LiveId" clId="{1F130789-65DC-455E-BEA7-F39AF612841A}" dt="2021-03-22T10:49:47.176" v="762" actId="1076"/>
          <ac:picMkLst>
            <pc:docMk/>
            <pc:sldMk cId="222040376" sldId="525"/>
            <ac:picMk id="12" creationId="{FAECD095-71C4-4127-B38F-549986EBD8E0}"/>
          </ac:picMkLst>
        </pc:picChg>
        <pc:picChg chg="add mod">
          <ac:chgData name="Ferhat ATASOY" userId="54c450f44b7320ee" providerId="LiveId" clId="{1F130789-65DC-455E-BEA7-F39AF612841A}" dt="2021-03-22T10:49:49.764" v="763" actId="1076"/>
          <ac:picMkLst>
            <pc:docMk/>
            <pc:sldMk cId="222040376" sldId="525"/>
            <ac:picMk id="14" creationId="{A6193719-E9F4-4692-9EFE-D408551C50C6}"/>
          </ac:picMkLst>
        </pc:picChg>
        <pc:picChg chg="add mod">
          <ac:chgData name="Ferhat ATASOY" userId="54c450f44b7320ee" providerId="LiveId" clId="{1F130789-65DC-455E-BEA7-F39AF612841A}" dt="2021-03-22T10:49:52.078" v="764" actId="1076"/>
          <ac:picMkLst>
            <pc:docMk/>
            <pc:sldMk cId="222040376" sldId="525"/>
            <ac:picMk id="16" creationId="{6B6168DC-4A0B-48E9-A92C-36217E7A9B9F}"/>
          </ac:picMkLst>
        </pc:picChg>
      </pc:sldChg>
      <pc:sldChg chg="addSp delSp modSp add mod">
        <pc:chgData name="Ferhat ATASOY" userId="54c450f44b7320ee" providerId="LiveId" clId="{1F130789-65DC-455E-BEA7-F39AF612841A}" dt="2021-03-22T10:51:36.411" v="808" actId="14100"/>
        <pc:sldMkLst>
          <pc:docMk/>
          <pc:sldMk cId="3705376800" sldId="526"/>
        </pc:sldMkLst>
        <pc:spChg chg="mod">
          <ac:chgData name="Ferhat ATASOY" userId="54c450f44b7320ee" providerId="LiveId" clId="{1F130789-65DC-455E-BEA7-F39AF612841A}" dt="2021-03-22T10:50:29.626" v="788" actId="20577"/>
          <ac:spMkLst>
            <pc:docMk/>
            <pc:sldMk cId="3705376800" sldId="526"/>
            <ac:spMk id="2" creationId="{41F29759-73BC-473D-B402-09A0428B18DE}"/>
          </ac:spMkLst>
        </pc:spChg>
        <pc:spChg chg="del">
          <ac:chgData name="Ferhat ATASOY" userId="54c450f44b7320ee" providerId="LiveId" clId="{1F130789-65DC-455E-BEA7-F39AF612841A}" dt="2021-03-22T10:50:35.514" v="790" actId="478"/>
          <ac:spMkLst>
            <pc:docMk/>
            <pc:sldMk cId="3705376800" sldId="526"/>
            <ac:spMk id="5" creationId="{006676BF-015E-4836-85D8-F274D20D4DE0}"/>
          </ac:spMkLst>
        </pc:spChg>
        <pc:spChg chg="del">
          <ac:chgData name="Ferhat ATASOY" userId="54c450f44b7320ee" providerId="LiveId" clId="{1F130789-65DC-455E-BEA7-F39AF612841A}" dt="2021-03-22T10:50:37.691" v="791" actId="478"/>
          <ac:spMkLst>
            <pc:docMk/>
            <pc:sldMk cId="3705376800" sldId="526"/>
            <ac:spMk id="6" creationId="{F22DCE6C-D4C0-4C4C-9B7D-EB47868B581F}"/>
          </ac:spMkLst>
        </pc:spChg>
        <pc:picChg chg="del">
          <ac:chgData name="Ferhat ATASOY" userId="54c450f44b7320ee" providerId="LiveId" clId="{1F130789-65DC-455E-BEA7-F39AF612841A}" dt="2021-03-22T10:50:34.369" v="789" actId="478"/>
          <ac:picMkLst>
            <pc:docMk/>
            <pc:sldMk cId="3705376800" sldId="526"/>
            <ac:picMk id="4" creationId="{682E75C2-BB04-4FB0-8F0B-2C0BDB18C986}"/>
          </ac:picMkLst>
        </pc:picChg>
        <pc:picChg chg="add mod">
          <ac:chgData name="Ferhat ATASOY" userId="54c450f44b7320ee" providerId="LiveId" clId="{1F130789-65DC-455E-BEA7-F39AF612841A}" dt="2021-03-22T10:51:00.708" v="800" actId="1076"/>
          <ac:picMkLst>
            <pc:docMk/>
            <pc:sldMk cId="3705376800" sldId="526"/>
            <ac:picMk id="9" creationId="{0BDB058B-08BB-4ADC-B96C-31493D3DFAD8}"/>
          </ac:picMkLst>
        </pc:picChg>
        <pc:picChg chg="del">
          <ac:chgData name="Ferhat ATASOY" userId="54c450f44b7320ee" providerId="LiveId" clId="{1F130789-65DC-455E-BEA7-F39AF612841A}" dt="2021-03-22T10:50:38.594" v="792" actId="478"/>
          <ac:picMkLst>
            <pc:docMk/>
            <pc:sldMk cId="3705376800" sldId="526"/>
            <ac:picMk id="10" creationId="{055A8A67-2327-4DAE-9266-38F9DB7CDA49}"/>
          </ac:picMkLst>
        </pc:picChg>
        <pc:picChg chg="del">
          <ac:chgData name="Ferhat ATASOY" userId="54c450f44b7320ee" providerId="LiveId" clId="{1F130789-65DC-455E-BEA7-F39AF612841A}" dt="2021-03-22T10:50:39.125" v="793" actId="478"/>
          <ac:picMkLst>
            <pc:docMk/>
            <pc:sldMk cId="3705376800" sldId="526"/>
            <ac:picMk id="12" creationId="{7340E270-43A8-422C-8D5C-3C812EE81CB8}"/>
          </ac:picMkLst>
        </pc:picChg>
        <pc:picChg chg="add mod">
          <ac:chgData name="Ferhat ATASOY" userId="54c450f44b7320ee" providerId="LiveId" clId="{1F130789-65DC-455E-BEA7-F39AF612841A}" dt="2021-03-22T10:51:21.846" v="804" actId="14100"/>
          <ac:picMkLst>
            <pc:docMk/>
            <pc:sldMk cId="3705376800" sldId="526"/>
            <ac:picMk id="13" creationId="{D0240ADB-7BD3-4FB7-A066-F09E64BA5966}"/>
          </ac:picMkLst>
        </pc:picChg>
        <pc:picChg chg="del">
          <ac:chgData name="Ferhat ATASOY" userId="54c450f44b7320ee" providerId="LiveId" clId="{1F130789-65DC-455E-BEA7-F39AF612841A}" dt="2021-03-22T10:50:39.641" v="794" actId="478"/>
          <ac:picMkLst>
            <pc:docMk/>
            <pc:sldMk cId="3705376800" sldId="526"/>
            <ac:picMk id="14" creationId="{DEB090E1-EE05-4194-94CD-F2EDA4E2F0B6}"/>
          </ac:picMkLst>
        </pc:picChg>
        <pc:picChg chg="del">
          <ac:chgData name="Ferhat ATASOY" userId="54c450f44b7320ee" providerId="LiveId" clId="{1F130789-65DC-455E-BEA7-F39AF612841A}" dt="2021-03-22T10:50:41.843" v="796" actId="478"/>
          <ac:picMkLst>
            <pc:docMk/>
            <pc:sldMk cId="3705376800" sldId="526"/>
            <ac:picMk id="16" creationId="{1E2977C8-7178-4587-953C-EC9D803B3513}"/>
          </ac:picMkLst>
        </pc:picChg>
        <pc:picChg chg="add mod">
          <ac:chgData name="Ferhat ATASOY" userId="54c450f44b7320ee" providerId="LiveId" clId="{1F130789-65DC-455E-BEA7-F39AF612841A}" dt="2021-03-22T10:51:36.411" v="808" actId="14100"/>
          <ac:picMkLst>
            <pc:docMk/>
            <pc:sldMk cId="3705376800" sldId="526"/>
            <ac:picMk id="17" creationId="{04CD3DB9-D2F1-4C9C-B767-92C045B90C27}"/>
          </ac:picMkLst>
        </pc:picChg>
        <pc:picChg chg="del">
          <ac:chgData name="Ferhat ATASOY" userId="54c450f44b7320ee" providerId="LiveId" clId="{1F130789-65DC-455E-BEA7-F39AF612841A}" dt="2021-03-22T10:50:40.818" v="795" actId="478"/>
          <ac:picMkLst>
            <pc:docMk/>
            <pc:sldMk cId="3705376800" sldId="526"/>
            <ac:picMk id="18" creationId="{F5E62A2B-74D3-48CF-BB84-35F38F680BE5}"/>
          </ac:picMkLst>
        </pc:picChg>
      </pc:sldChg>
      <pc:sldChg chg="addSp delSp modSp add mod">
        <pc:chgData name="Ferhat ATASOY" userId="54c450f44b7320ee" providerId="LiveId" clId="{1F130789-65DC-455E-BEA7-F39AF612841A}" dt="2021-03-22T10:52:50.668" v="874" actId="20577"/>
        <pc:sldMkLst>
          <pc:docMk/>
          <pc:sldMk cId="267945330" sldId="527"/>
        </pc:sldMkLst>
        <pc:spChg chg="mod">
          <ac:chgData name="Ferhat ATASOY" userId="54c450f44b7320ee" providerId="LiveId" clId="{1F130789-65DC-455E-BEA7-F39AF612841A}" dt="2021-03-22T10:52:50.668" v="874" actId="20577"/>
          <ac:spMkLst>
            <pc:docMk/>
            <pc:sldMk cId="267945330" sldId="527"/>
            <ac:spMk id="6" creationId="{F22DCE6C-D4C0-4C4C-9B7D-EB47868B581F}"/>
          </ac:spMkLst>
        </pc:spChg>
        <pc:picChg chg="add mod">
          <ac:chgData name="Ferhat ATASOY" userId="54c450f44b7320ee" providerId="LiveId" clId="{1F130789-65DC-455E-BEA7-F39AF612841A}" dt="2021-03-22T10:52:15.247" v="814" actId="1076"/>
          <ac:picMkLst>
            <pc:docMk/>
            <pc:sldMk cId="267945330" sldId="527"/>
            <ac:picMk id="4" creationId="{55A743DE-38B8-4105-BEB5-FA25564E73DD}"/>
          </ac:picMkLst>
        </pc:picChg>
        <pc:picChg chg="del">
          <ac:chgData name="Ferhat ATASOY" userId="54c450f44b7320ee" providerId="LiveId" clId="{1F130789-65DC-455E-BEA7-F39AF612841A}" dt="2021-03-22T10:52:05.173" v="810" actId="478"/>
          <ac:picMkLst>
            <pc:docMk/>
            <pc:sldMk cId="267945330" sldId="527"/>
            <ac:picMk id="9" creationId="{DD75A0EE-524A-46DB-8785-FC124AF3026E}"/>
          </ac:picMkLst>
        </pc:picChg>
      </pc:sldChg>
      <pc:sldChg chg="addSp modSp add mod">
        <pc:chgData name="Ferhat ATASOY" userId="54c450f44b7320ee" providerId="LiveId" clId="{1F130789-65DC-455E-BEA7-F39AF612841A}" dt="2021-03-22T10:53:18.751" v="877" actId="14100"/>
        <pc:sldMkLst>
          <pc:docMk/>
          <pc:sldMk cId="1647923315" sldId="528"/>
        </pc:sldMkLst>
        <pc:picChg chg="add mod">
          <ac:chgData name="Ferhat ATASOY" userId="54c450f44b7320ee" providerId="LiveId" clId="{1F130789-65DC-455E-BEA7-F39AF612841A}" dt="2021-03-22T10:53:18.751" v="877" actId="14100"/>
          <ac:picMkLst>
            <pc:docMk/>
            <pc:sldMk cId="1647923315" sldId="528"/>
            <ac:picMk id="5" creationId="{5DE3428F-DA62-41E3-B5C5-7F0DAB137EF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DA3E2-6907-447D-9368-051194563A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977" cy="513789"/>
          </a:xfrm>
          <a:prstGeom prst="rect">
            <a:avLst/>
          </a:prstGeom>
        </p:spPr>
        <p:txBody>
          <a:bodyPr vert="horz" lIns="95463" tIns="47732" rIns="95463" bIns="47732" rtlCol="0"/>
          <a:lstStyle>
            <a:lvl1pPr algn="l">
              <a:defRPr sz="1300"/>
            </a:lvl1pPr>
          </a:lstStyle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6CD6-2DCC-44AE-8714-850572B356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0650" y="0"/>
            <a:ext cx="3076976" cy="513789"/>
          </a:xfrm>
          <a:prstGeom prst="rect">
            <a:avLst/>
          </a:prstGeom>
        </p:spPr>
        <p:txBody>
          <a:bodyPr vert="horz" lIns="95463" tIns="47732" rIns="95463" bIns="47732" rtlCol="0"/>
          <a:lstStyle>
            <a:lvl1pPr algn="r">
              <a:defRPr sz="1300"/>
            </a:lvl1pPr>
          </a:lstStyle>
          <a:p>
            <a:fld id="{94BE1DFD-1878-42F2-9699-F0B08B30C478}" type="datetimeFigureOut">
              <a:rPr lang="tr-TR" smtClean="0"/>
              <a:t>22.03.2021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9A775-FA37-4705-BED4-F71B06DD74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0824"/>
            <a:ext cx="3076977" cy="513789"/>
          </a:xfrm>
          <a:prstGeom prst="rect">
            <a:avLst/>
          </a:prstGeom>
        </p:spPr>
        <p:txBody>
          <a:bodyPr vert="horz" lIns="95463" tIns="47732" rIns="95463" bIns="47732" rtlCol="0" anchor="b"/>
          <a:lstStyle>
            <a:lvl1pPr algn="l">
              <a:defRPr sz="13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D106D-5802-4026-BB28-E63C4DD04F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0650" y="9720824"/>
            <a:ext cx="3076976" cy="513789"/>
          </a:xfrm>
          <a:prstGeom prst="rect">
            <a:avLst/>
          </a:prstGeom>
        </p:spPr>
        <p:txBody>
          <a:bodyPr vert="horz" lIns="95463" tIns="47732" rIns="95463" bIns="47732" rtlCol="0" anchor="b"/>
          <a:lstStyle>
            <a:lvl1pPr algn="r">
              <a:defRPr sz="1300"/>
            </a:lvl1pPr>
          </a:lstStyle>
          <a:p>
            <a:fld id="{749918C8-A3C8-45B2-A109-FF86DFA13C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60560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3508"/>
          </a:xfrm>
          <a:prstGeom prst="rect">
            <a:avLst/>
          </a:prstGeom>
        </p:spPr>
        <p:txBody>
          <a:bodyPr vert="horz" lIns="95463" tIns="47732" rIns="95463" bIns="4773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4" cy="513508"/>
          </a:xfrm>
          <a:prstGeom prst="rect">
            <a:avLst/>
          </a:prstGeom>
        </p:spPr>
        <p:txBody>
          <a:bodyPr vert="horz" lIns="95463" tIns="47732" rIns="95463" bIns="47732" rtlCol="0"/>
          <a:lstStyle>
            <a:lvl1pPr algn="r">
              <a:defRPr sz="1300"/>
            </a:lvl1pPr>
          </a:lstStyle>
          <a:p>
            <a:fld id="{0A7CE4EA-0076-4BEA-893E-3B9D22EDA90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63" tIns="47732" rIns="95463" bIns="47732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5463" tIns="47732" rIns="95463" bIns="47732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4" cy="513507"/>
          </a:xfrm>
          <a:prstGeom prst="rect">
            <a:avLst/>
          </a:prstGeom>
        </p:spPr>
        <p:txBody>
          <a:bodyPr vert="horz" lIns="95463" tIns="47732" rIns="95463" bIns="4773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4" cy="513507"/>
          </a:xfrm>
          <a:prstGeom prst="rect">
            <a:avLst/>
          </a:prstGeom>
        </p:spPr>
        <p:txBody>
          <a:bodyPr vert="horz" lIns="95463" tIns="47732" rIns="95463" bIns="47732" rtlCol="0" anchor="b"/>
          <a:lstStyle>
            <a:lvl1pPr algn="r">
              <a:defRPr sz="1300"/>
            </a:lvl1pPr>
          </a:lstStyle>
          <a:p>
            <a:fld id="{B4F9B300-EEF9-40D6-9576-668BBD573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Normalde eğim daha azdır, anlaşılması için görselde abartılmıştır.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9B300-EEF9-40D6-9576-668BBD573A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28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805F-FF0F-4BAA-A3A3-E4F945D687F8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05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F3A6-CC5D-4649-8527-DB0C21FDDFD9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6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927C-B73E-4F9D-ADFE-F6E23BD7CEE8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82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FFFF-984A-4EE5-9BF2-EC9310C878F1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7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71C1-B42E-4A60-A25F-0185B888604B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2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6292-3725-4763-8973-4C59F0403D99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08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96D1-8909-469F-911A-4C12C68BF5D9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7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73BC-5D11-4675-B334-102E1E8C9B50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6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8E45F-652B-4E89-8925-000B0AB8FD98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58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B5C51-60B3-48EF-AA78-DB950F30DBA2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84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676B-6E73-4E3B-A9B3-4966DB9B52A5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77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3462A-2D5B-48AF-A3D4-EF8A90A50A80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D5D893C-730A-4EB6-89BF-C6E9B797F0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BLM224 Elektronik</a:t>
            </a:r>
            <a:endParaRPr lang="en-US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6A4D9E2-AA7D-4EDC-81D5-B0ED2E7569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Hafta 4</a:t>
            </a:r>
          </a:p>
          <a:p>
            <a:r>
              <a:rPr lang="tr-TR" dirty="0" err="1"/>
              <a:t>Zener</a:t>
            </a:r>
            <a:r>
              <a:rPr lang="tr-TR" dirty="0"/>
              <a:t> Diyot ve Örnek Çözümler</a:t>
            </a:r>
            <a:endParaRPr lang="en-US" dirty="0"/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27D0CEA3-31EF-4F46-9C8A-DA5553979DB2}"/>
              </a:ext>
            </a:extLst>
          </p:cNvPr>
          <p:cNvSpPr txBox="1">
            <a:spLocks/>
          </p:cNvSpPr>
          <p:nvPr/>
        </p:nvSpPr>
        <p:spPr>
          <a:xfrm>
            <a:off x="1524000" y="52022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Karabük Üniversitesi</a:t>
            </a:r>
          </a:p>
          <a:p>
            <a:r>
              <a:rPr lang="tr-T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Bilgisayar Mühendisliği</a:t>
            </a:r>
          </a:p>
        </p:txBody>
      </p:sp>
    </p:spTree>
    <p:extLst>
      <p:ext uri="{BB962C8B-B14F-4D97-AF65-F5344CB8AC3E}">
        <p14:creationId xmlns:p14="http://schemas.microsoft.com/office/powerpoint/2010/main" val="316415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A5F3-8946-4AC1-B9C4-4005DA8A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Zener</a:t>
            </a:r>
            <a:r>
              <a:rPr lang="tr-TR" dirty="0"/>
              <a:t> Eşdeğer Devresi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BDCEF1-D75B-48DB-9740-B013B0B98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07" y="1690688"/>
            <a:ext cx="5991723" cy="35334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A987A2-9D58-4C76-8A12-E8224F1C4559}"/>
              </a:ext>
            </a:extLst>
          </p:cNvPr>
          <p:cNvSpPr txBox="1"/>
          <p:nvPr/>
        </p:nvSpPr>
        <p:spPr>
          <a:xfrm>
            <a:off x="2886916" y="5224142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İdeal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E3D79-D5F4-4554-A118-A9D34E65C5B5}"/>
              </a:ext>
            </a:extLst>
          </p:cNvPr>
          <p:cNvSpPr txBox="1"/>
          <p:nvPr/>
        </p:nvSpPr>
        <p:spPr>
          <a:xfrm>
            <a:off x="6690330" y="5224142"/>
            <a:ext cx="18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İdeal karakteristik</a:t>
            </a:r>
          </a:p>
        </p:txBody>
      </p:sp>
    </p:spTree>
    <p:extLst>
      <p:ext uri="{BB962C8B-B14F-4D97-AF65-F5344CB8AC3E}">
        <p14:creationId xmlns:p14="http://schemas.microsoft.com/office/powerpoint/2010/main" val="420977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A5F3-8946-4AC1-B9C4-4005DA8A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Zener</a:t>
            </a:r>
            <a:r>
              <a:rPr lang="tr-TR" dirty="0"/>
              <a:t> Eşdeğer Devresi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BE360A-F0B5-40C8-8244-87EB6854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72" y="1264526"/>
            <a:ext cx="7859146" cy="52377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392CD3-804B-4FD7-BA67-472CA757ACB9}"/>
              </a:ext>
            </a:extLst>
          </p:cNvPr>
          <p:cNvSpPr txBox="1"/>
          <p:nvPr/>
        </p:nvSpPr>
        <p:spPr>
          <a:xfrm>
            <a:off x="1266461" y="6312165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Pratik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18618-7CAB-4372-8131-8841896E3FF6}"/>
              </a:ext>
            </a:extLst>
          </p:cNvPr>
          <p:cNvSpPr txBox="1"/>
          <p:nvPr/>
        </p:nvSpPr>
        <p:spPr>
          <a:xfrm>
            <a:off x="5069875" y="6312165"/>
            <a:ext cx="175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Karakteristik eğri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6F07C54-1017-4808-92C4-BA8A45F565C0}"/>
                  </a:ext>
                </a:extLst>
              </p:cNvPr>
              <p:cNvSpPr/>
              <p:nvPr/>
            </p:nvSpPr>
            <p:spPr>
              <a:xfrm>
                <a:off x="9136718" y="2139269"/>
                <a:ext cx="1650452" cy="6580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6F07C54-1017-4808-92C4-BA8A45F56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718" y="2139269"/>
                <a:ext cx="1650452" cy="6580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59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6F8A-43EA-4E80-86B4-6546CA42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B34219-D8EE-4356-8335-10C5C4586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6262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6F8A-43EA-4E80-86B4-6546CA42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B34219-D8EE-4356-8335-10C5C4586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62625" cy="2676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0B5BB62-94F2-45FE-9D7F-12EBD3C2A8D7}"/>
                  </a:ext>
                </a:extLst>
              </p:cNvPr>
              <p:cNvSpPr/>
              <p:nvPr/>
            </p:nvSpPr>
            <p:spPr>
              <a:xfrm>
                <a:off x="7191599" y="1321356"/>
                <a:ext cx="1906548" cy="7848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tr-TR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𝑅𝐼</m:t>
                      </m:r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0B5BB62-94F2-45FE-9D7F-12EBD3C2A8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599" y="1321356"/>
                <a:ext cx="1906548" cy="784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A3ACABA-664B-49D3-A25C-BD5041E4C52B}"/>
                  </a:ext>
                </a:extLst>
              </p:cNvPr>
              <p:cNvSpPr/>
              <p:nvPr/>
            </p:nvSpPr>
            <p:spPr>
              <a:xfrm>
                <a:off x="7191599" y="3003146"/>
                <a:ext cx="2571538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14−10</m:t>
                          </m:r>
                        </m:num>
                        <m:den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𝟎𝟎𝟒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tr-TR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A3ACABA-664B-49D3-A25C-BD5041E4C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599" y="3003146"/>
                <a:ext cx="2571538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1F09D4-2216-4FC2-A9E7-0296A64FF035}"/>
                  </a:ext>
                </a:extLst>
              </p:cNvPr>
              <p:cNvSpPr/>
              <p:nvPr/>
            </p:nvSpPr>
            <p:spPr>
              <a:xfrm>
                <a:off x="7191599" y="2402982"/>
                <a:ext cx="16443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1F09D4-2216-4FC2-A9E7-0296A64FF0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599" y="2402982"/>
                <a:ext cx="16443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2EE2EE-E871-4E30-ADFB-1425D71AEB92}"/>
                  </a:ext>
                </a:extLst>
              </p:cNvPr>
              <p:cNvSpPr/>
              <p:nvPr/>
            </p:nvSpPr>
            <p:spPr>
              <a:xfrm>
                <a:off x="7191599" y="3900106"/>
                <a:ext cx="2571538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14−10</m:t>
                          </m:r>
                        </m:num>
                        <m:den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𝟓𝟎𝟎</m:t>
                          </m:r>
                        </m:den>
                      </m:f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𝟎𝟎𝟖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tr-TR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2EE2EE-E871-4E30-ADFB-1425D71AE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599" y="3900106"/>
                <a:ext cx="2571538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4251D18-17AB-49D3-9C75-4BA00EE7FCAA}"/>
                  </a:ext>
                </a:extLst>
              </p:cNvPr>
              <p:cNvSpPr/>
              <p:nvPr/>
            </p:nvSpPr>
            <p:spPr>
              <a:xfrm>
                <a:off x="7191599" y="4797066"/>
                <a:ext cx="2571538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14−10</m:t>
                          </m:r>
                        </m:num>
                        <m:den>
                          <m:r>
                            <a:rPr lang="tr-TR" b="1" i="1" smtClean="0">
                              <a:latin typeface="Cambria Math" panose="02040503050406030204" pitchFamily="18" charset="0"/>
                            </a:rPr>
                            <m:t>𝟐𝟓𝟎</m:t>
                          </m:r>
                        </m:den>
                      </m:f>
                      <m:r>
                        <a:rPr lang="tr-T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𝟎𝟏𝟔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tr-TR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4251D18-17AB-49D3-9C75-4BA00EE7F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599" y="4797066"/>
                <a:ext cx="2571538" cy="6127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AF0CD8-B98F-4650-9598-83D4AF879190}"/>
                  </a:ext>
                </a:extLst>
              </p:cNvPr>
              <p:cNvSpPr txBox="1"/>
              <p:nvPr/>
            </p:nvSpPr>
            <p:spPr>
              <a:xfrm>
                <a:off x="838200" y="6180881"/>
                <a:ext cx="10515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b="1" dirty="0">
                    <a:solidFill>
                      <a:srgbClr val="FF0000"/>
                    </a:solidFill>
                  </a:rPr>
                  <a:t>R değiştikçe akım değişiyor fakat, çıkış gerilimi sabit kalıyor.  **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tr-TR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tr-TR" b="1" dirty="0">
                    <a:solidFill>
                      <a:srgbClr val="FF0000"/>
                    </a:solidFill>
                  </a:rPr>
                  <a:t> ihmal edilmezse çıkış azda olsa değişir.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AF0CD8-B98F-4650-9598-83D4AF879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180881"/>
                <a:ext cx="10515600" cy="369332"/>
              </a:xfrm>
              <a:prstGeom prst="rect">
                <a:avLst/>
              </a:prstGeom>
              <a:blipFill>
                <a:blip r:embed="rId8"/>
                <a:stretch>
                  <a:fillRect l="-522" t="-9836" b="-2459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12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3949F-130C-44DA-92B0-5909B14569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10515600" cy="58118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tr-TR" dirty="0"/>
                  <a:t>Örnek:</a:t>
                </a:r>
              </a:p>
              <a:p>
                <a:pPr marL="0" indent="0">
                  <a:buNone/>
                </a:pPr>
                <a:r>
                  <a:rPr lang="tr-TR" dirty="0"/>
                  <a:t>1N1736A </a:t>
                </a:r>
                <a:r>
                  <a:rPr lang="tr-TR" dirty="0" err="1"/>
                  <a:t>zener</a:t>
                </a:r>
                <a:r>
                  <a:rPr lang="tr-TR" dirty="0"/>
                  <a:t> </a:t>
                </a:r>
                <a:r>
                  <a:rPr lang="tr-TR" dirty="0" err="1"/>
                  <a:t>diyodunun</a:t>
                </a:r>
                <a:r>
                  <a:rPr lang="tr-TR" dirty="0"/>
                  <a:t> kataloğundan 37mA’lik test akımında </a:t>
                </a:r>
                <a:r>
                  <a:rPr lang="tr-TR" dirty="0" err="1"/>
                  <a:t>zener</a:t>
                </a:r>
                <a:r>
                  <a:rPr lang="tr-TR" dirty="0"/>
                  <a:t> empedansı(direnci)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=3.5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tr-TR" dirty="0"/>
                  <a:t> ve </a:t>
                </a:r>
                <a:r>
                  <a:rPr lang="tr-TR" dirty="0" err="1"/>
                  <a:t>zener</a:t>
                </a:r>
                <a:r>
                  <a:rPr lang="tr-TR" dirty="0"/>
                  <a:t> gerilimi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=6.8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tr-TR" dirty="0"/>
                  <a:t> okunmuştur.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tr-TR" dirty="0" err="1"/>
                  <a:t>Zenerden</a:t>
                </a:r>
                <a:r>
                  <a:rPr lang="tr-TR" dirty="0"/>
                  <a:t> geçen akım 50mA iken </a:t>
                </a:r>
                <a:r>
                  <a:rPr lang="tr-TR" dirty="0" err="1"/>
                  <a:t>zenerin</a:t>
                </a:r>
                <a:r>
                  <a:rPr lang="tr-TR" dirty="0"/>
                  <a:t> gerilimini bulunuz.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tr-TR" dirty="0" err="1"/>
                  <a:t>Zenerden</a:t>
                </a:r>
                <a:r>
                  <a:rPr lang="tr-TR" dirty="0"/>
                  <a:t> geçen akım 25mA iken </a:t>
                </a:r>
                <a:r>
                  <a:rPr lang="tr-TR" dirty="0" err="1"/>
                  <a:t>zenerin</a:t>
                </a:r>
                <a:r>
                  <a:rPr lang="tr-TR" dirty="0"/>
                  <a:t> gerilimini bulunuz.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3949F-130C-44DA-92B0-5909B1456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10515600" cy="5811838"/>
              </a:xfrm>
              <a:blipFill>
                <a:blip r:embed="rId2"/>
                <a:stretch>
                  <a:fillRect l="-1217" t="-1784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348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2C77C-52D5-4BA8-A682-DA3DE75CA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Çözüm: </a:t>
            </a:r>
          </a:p>
          <a:p>
            <a:pPr marL="0" indent="0">
              <a:buNone/>
            </a:pPr>
            <a:r>
              <a:rPr lang="tr-TR" dirty="0"/>
              <a:t>a)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68A40E-072F-4A50-AFD4-157ADD72A3A4}"/>
                  </a:ext>
                </a:extLst>
              </p:cNvPr>
              <p:cNvSpPr/>
              <p:nvPr/>
            </p:nvSpPr>
            <p:spPr>
              <a:xfrm>
                <a:off x="1311796" y="803464"/>
                <a:ext cx="7496537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tr-TR" sz="280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−37 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=50−37=13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r>
                  <a:rPr lang="tr-TR" sz="28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=3.5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2800" i="1">
                        <a:latin typeface="Cambria Math" panose="02040503050406030204" pitchFamily="18" charset="0"/>
                      </a:rPr>
                      <m:t>×13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=45.5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r>
                  <a:rPr lang="tr-TR" sz="28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=6.8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6.8</m:t>
                    </m:r>
                    <m:r>
                      <m:rPr>
                        <m:sty m:val="p"/>
                      </m:rPr>
                      <a:rPr lang="tr-TR" sz="2800">
                        <a:latin typeface="Cambria Math" panose="02040503050406030204" pitchFamily="18" charset="0"/>
                      </a:rPr>
                      <m:t>V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+45.5</m:t>
                    </m:r>
                    <m:r>
                      <m:rPr>
                        <m:sty m:val="p"/>
                      </m:rPr>
                      <a:rPr lang="tr-TR" sz="2800">
                        <a:latin typeface="Cambria Math" panose="02040503050406030204" pitchFamily="18" charset="0"/>
                      </a:rPr>
                      <m:t>mV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tr-TR" sz="2800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tr-TR" sz="2800" b="1" i="1">
                        <a:latin typeface="Cambria Math" panose="02040503050406030204" pitchFamily="18" charset="0"/>
                      </a:rPr>
                      <m:t>𝟖𝟓𝐕</m:t>
                    </m:r>
                  </m:oMath>
                </a14:m>
                <a:r>
                  <a:rPr lang="tr-TR" sz="2800" dirty="0"/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68A40E-072F-4A50-AFD4-157ADD72A3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6" y="803464"/>
                <a:ext cx="7496537" cy="2031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D58829-D1FE-450A-A267-0681F548AAAD}"/>
                  </a:ext>
                </a:extLst>
              </p:cNvPr>
              <p:cNvSpPr/>
              <p:nvPr/>
            </p:nvSpPr>
            <p:spPr>
              <a:xfrm>
                <a:off x="1311796" y="3699064"/>
                <a:ext cx="7496537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tr-TR" sz="2800" smtClean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−37 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=25−37=−12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r>
                  <a:rPr lang="tr-TR" sz="28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=3.5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28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𝑚𝐴</m:t>
                        </m:r>
                      </m:e>
                    </m:d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r>
                  <a:rPr lang="tr-TR" sz="28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=6.8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8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6.8</m:t>
                    </m:r>
                    <m:r>
                      <m:rPr>
                        <m:sty m:val="p"/>
                      </m:rPr>
                      <a:rPr lang="tr-TR" sz="2800">
                        <a:latin typeface="Cambria Math" panose="02040503050406030204" pitchFamily="18" charset="0"/>
                      </a:rPr>
                      <m:t>V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+(−42.5</m:t>
                    </m:r>
                    <m:r>
                      <m:rPr>
                        <m:sty m:val="p"/>
                      </m:rPr>
                      <a:rPr lang="tr-TR" sz="2800">
                        <a:latin typeface="Cambria Math" panose="02040503050406030204" pitchFamily="18" charset="0"/>
                      </a:rPr>
                      <m:t>mV</m:t>
                    </m:r>
                    <m:r>
                      <a:rPr lang="tr-TR" sz="28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tr-TR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tr-TR" sz="2800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tr-TR" sz="2800" b="1" i="0" smtClean="0">
                        <a:latin typeface="Cambria Math" panose="02040503050406030204" pitchFamily="18" charset="0"/>
                      </a:rPr>
                      <m:t>𝟕𝟔</m:t>
                    </m:r>
                    <m:r>
                      <a:rPr lang="tr-TR" sz="2800" b="1" i="1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tr-TR" sz="2800" b="1" dirty="0"/>
                  <a:t> 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D58829-D1FE-450A-A267-0681F548AA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6" y="3699064"/>
                <a:ext cx="7496537" cy="2031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90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Zener</a:t>
            </a:r>
            <a:r>
              <a:rPr lang="tr-TR" dirty="0"/>
              <a:t> Diyotun Regülatör Olarak Kullanılması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81ABF-E798-45DB-8FDA-D9B64017E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362" y="1496856"/>
            <a:ext cx="5133276" cy="3383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A9345-46D3-4248-A4E6-2622D46AE54D}"/>
              </a:ext>
            </a:extLst>
          </p:cNvPr>
          <p:cNvSpPr txBox="1"/>
          <p:nvPr/>
        </p:nvSpPr>
        <p:spPr>
          <a:xfrm>
            <a:off x="4090219" y="5176478"/>
            <a:ext cx="40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Temel </a:t>
            </a:r>
            <a:r>
              <a:rPr lang="tr-TR" dirty="0" err="1"/>
              <a:t>zener</a:t>
            </a:r>
            <a:r>
              <a:rPr lang="tr-TR" dirty="0"/>
              <a:t> regülatör devresi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16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</a:t>
            </a:r>
            <a:r>
              <a:rPr lang="tr-TR" dirty="0"/>
              <a:t> ve R Sabitken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81ABF-E798-45DB-8FDA-D9B64017E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5" y="1309732"/>
            <a:ext cx="3402380" cy="2242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A9345-46D3-4248-A4E6-2622D46AE54D}"/>
              </a:ext>
            </a:extLst>
          </p:cNvPr>
          <p:cNvSpPr txBox="1"/>
          <p:nvPr/>
        </p:nvSpPr>
        <p:spPr>
          <a:xfrm>
            <a:off x="383458" y="3429000"/>
            <a:ext cx="40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Temel </a:t>
            </a:r>
            <a:r>
              <a:rPr lang="tr-TR" dirty="0" err="1"/>
              <a:t>zener</a:t>
            </a:r>
            <a:r>
              <a:rPr lang="tr-TR" dirty="0"/>
              <a:t> regülatör devresi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E75C2-BB04-4FB0-8F0B-2C0BDB18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778" y="1417885"/>
            <a:ext cx="3330696" cy="213432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006676BF-015E-4836-85D8-F274D20D4DE0}"/>
              </a:ext>
            </a:extLst>
          </p:cNvPr>
          <p:cNvSpPr/>
          <p:nvPr/>
        </p:nvSpPr>
        <p:spPr>
          <a:xfrm>
            <a:off x="3844413" y="2271252"/>
            <a:ext cx="80624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317241" y="3984171"/>
            <a:ext cx="11103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 err="1"/>
              <a:t>Zener</a:t>
            </a:r>
            <a:r>
              <a:rPr lang="tr-TR" dirty="0"/>
              <a:t> diyotu çıkarın ve </a:t>
            </a:r>
            <a:r>
              <a:rPr lang="tr-TR" dirty="0" err="1"/>
              <a:t>zenerin</a:t>
            </a:r>
            <a:r>
              <a:rPr lang="tr-TR" dirty="0"/>
              <a:t> aktif olup olmayacağını tespit edin.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İstenilenleri çözerek bulun.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Uygunluğunu kıyaslayın.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5A8A67-2327-4DAE-9266-38F9DB7C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561" y="2803014"/>
            <a:ext cx="2036274" cy="7440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40E270-43A8-422C-8D5C-3C812EE81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561" y="3793993"/>
            <a:ext cx="1288330" cy="4890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B090E1-EE05-4194-94CD-F2EDA4E2F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8561" y="4524258"/>
            <a:ext cx="1609104" cy="5087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2977C8-7178-4587-953C-EC9D803B3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8561" y="5184500"/>
            <a:ext cx="2260987" cy="5490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E62A2B-74D3-48CF-BB84-35F38F680B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8561" y="5970997"/>
            <a:ext cx="1817873" cy="55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6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4170784" y="1251426"/>
            <a:ext cx="5392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Verilen devre için V</a:t>
            </a:r>
            <a:r>
              <a:rPr lang="tr-TR" baseline="-25000" dirty="0"/>
              <a:t>L</a:t>
            </a:r>
            <a:r>
              <a:rPr lang="tr-TR" dirty="0"/>
              <a:t>, V</a:t>
            </a:r>
            <a:r>
              <a:rPr lang="tr-TR" baseline="-25000" dirty="0"/>
              <a:t>R</a:t>
            </a:r>
            <a:r>
              <a:rPr lang="tr-TR" dirty="0"/>
              <a:t>, I</a:t>
            </a:r>
            <a:r>
              <a:rPr lang="tr-TR" baseline="-25000" dirty="0"/>
              <a:t>Z</a:t>
            </a:r>
            <a:r>
              <a:rPr lang="tr-TR" dirty="0"/>
              <a:t> ve P</a:t>
            </a:r>
            <a:r>
              <a:rPr lang="tr-TR" baseline="-25000" dirty="0"/>
              <a:t>Z</a:t>
            </a:r>
            <a:r>
              <a:rPr lang="tr-TR" dirty="0"/>
              <a:t> değerlerini hesaplayın.</a:t>
            </a:r>
          </a:p>
          <a:p>
            <a:endParaRPr lang="tr-TR" dirty="0"/>
          </a:p>
          <a:p>
            <a:r>
              <a:rPr lang="tr-TR" dirty="0"/>
              <a:t>Aynı işlemleri R</a:t>
            </a:r>
            <a:r>
              <a:rPr lang="tr-TR" baseline="-25000" dirty="0"/>
              <a:t>L</a:t>
            </a:r>
            <a:r>
              <a:rPr lang="tr-TR" dirty="0"/>
              <a:t>=3k için tekrarlayın.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75A0EE-524A-46DB-8785-FC124AF3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9" y="1251426"/>
            <a:ext cx="3797688" cy="217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85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4170784" y="1251426"/>
            <a:ext cx="53923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Verilen devre için V</a:t>
            </a:r>
            <a:r>
              <a:rPr lang="tr-TR" baseline="-25000" dirty="0"/>
              <a:t>L</a:t>
            </a:r>
            <a:r>
              <a:rPr lang="tr-TR" dirty="0"/>
              <a:t>, V</a:t>
            </a:r>
            <a:r>
              <a:rPr lang="tr-TR" baseline="-25000" dirty="0"/>
              <a:t>R</a:t>
            </a:r>
            <a:r>
              <a:rPr lang="tr-TR" dirty="0"/>
              <a:t>, I</a:t>
            </a:r>
            <a:r>
              <a:rPr lang="tr-TR" baseline="-25000" dirty="0"/>
              <a:t>Z</a:t>
            </a:r>
            <a:r>
              <a:rPr lang="tr-TR" dirty="0"/>
              <a:t> ve P</a:t>
            </a:r>
            <a:r>
              <a:rPr lang="tr-TR" baseline="-25000" dirty="0"/>
              <a:t>Z</a:t>
            </a:r>
            <a:r>
              <a:rPr lang="tr-TR" dirty="0"/>
              <a:t> değerlerini hesaplayın.</a:t>
            </a:r>
          </a:p>
          <a:p>
            <a:endParaRPr lang="tr-TR" dirty="0"/>
          </a:p>
          <a:p>
            <a:r>
              <a:rPr lang="tr-TR" dirty="0"/>
              <a:t>Aynı işlemleri R</a:t>
            </a:r>
            <a:r>
              <a:rPr lang="tr-TR" baseline="-25000" dirty="0"/>
              <a:t>L</a:t>
            </a:r>
            <a:r>
              <a:rPr lang="tr-TR" dirty="0"/>
              <a:t>=3k için tekrarlayın.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V&lt;V</a:t>
            </a:r>
            <a:r>
              <a:rPr lang="tr-TR" baseline="-25000" dirty="0"/>
              <a:t>Z</a:t>
            </a:r>
            <a:r>
              <a:rPr lang="tr-TR" dirty="0"/>
              <a:t> olduğu için </a:t>
            </a:r>
            <a:r>
              <a:rPr lang="tr-TR" dirty="0" err="1"/>
              <a:t>zener</a:t>
            </a:r>
            <a:r>
              <a:rPr lang="tr-TR" dirty="0"/>
              <a:t> aktif değildir.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75A0EE-524A-46DB-8785-FC124AF3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9" y="1251426"/>
            <a:ext cx="3797688" cy="2177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B9933E-12F3-4154-A2C8-5984C5E76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630" y="2576989"/>
            <a:ext cx="4035445" cy="980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8B416C-C7A6-466B-85A0-2477D9686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927" y="3995923"/>
            <a:ext cx="5650775" cy="180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4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4170784" y="1251426"/>
            <a:ext cx="53923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Verilen devre için V</a:t>
            </a:r>
            <a:r>
              <a:rPr lang="tr-TR" baseline="-25000" dirty="0"/>
              <a:t>L</a:t>
            </a:r>
            <a:r>
              <a:rPr lang="tr-TR" dirty="0"/>
              <a:t>, V</a:t>
            </a:r>
            <a:r>
              <a:rPr lang="tr-TR" baseline="-25000" dirty="0"/>
              <a:t>R</a:t>
            </a:r>
            <a:r>
              <a:rPr lang="tr-TR" dirty="0"/>
              <a:t>, I</a:t>
            </a:r>
            <a:r>
              <a:rPr lang="tr-TR" baseline="-25000" dirty="0"/>
              <a:t>Z</a:t>
            </a:r>
            <a:r>
              <a:rPr lang="tr-TR" dirty="0"/>
              <a:t> ve P</a:t>
            </a:r>
            <a:r>
              <a:rPr lang="tr-TR" baseline="-25000" dirty="0"/>
              <a:t>Z</a:t>
            </a:r>
            <a:r>
              <a:rPr lang="tr-TR" dirty="0"/>
              <a:t> değerlerini hesaplayın.</a:t>
            </a:r>
          </a:p>
          <a:p>
            <a:endParaRPr lang="tr-TR" dirty="0"/>
          </a:p>
          <a:p>
            <a:r>
              <a:rPr lang="tr-TR" dirty="0"/>
              <a:t>Aynı işlemleri R</a:t>
            </a:r>
            <a:r>
              <a:rPr lang="tr-TR" baseline="-25000" dirty="0"/>
              <a:t>L</a:t>
            </a:r>
            <a:r>
              <a:rPr lang="tr-TR" dirty="0"/>
              <a:t>=3k için tekrarlayın.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V&gt;V</a:t>
            </a:r>
            <a:r>
              <a:rPr lang="tr-TR" baseline="-25000" dirty="0"/>
              <a:t>Z</a:t>
            </a:r>
            <a:r>
              <a:rPr lang="tr-TR" dirty="0"/>
              <a:t> olduğu için </a:t>
            </a:r>
            <a:r>
              <a:rPr lang="tr-TR" dirty="0" err="1"/>
              <a:t>zener</a:t>
            </a:r>
            <a:r>
              <a:rPr lang="tr-TR" dirty="0"/>
              <a:t> aktiftir.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P</a:t>
            </a:r>
            <a:r>
              <a:rPr lang="tr-TR" baseline="-25000" dirty="0" err="1"/>
              <a:t>z</a:t>
            </a:r>
            <a:r>
              <a:rPr lang="tr-TR" dirty="0"/>
              <a:t>&lt;</a:t>
            </a:r>
            <a:r>
              <a:rPr lang="tr-TR" dirty="0" err="1"/>
              <a:t>P</a:t>
            </a:r>
            <a:r>
              <a:rPr lang="tr-TR" baseline="-25000" dirty="0" err="1"/>
              <a:t>zmax</a:t>
            </a:r>
            <a:r>
              <a:rPr lang="tr-TR" dirty="0"/>
              <a:t> olduğu için devre uygun şekilde çalışabilir.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75A0EE-524A-46DB-8785-FC124AF3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9" y="1251426"/>
            <a:ext cx="3797688" cy="2177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8B72B-D79D-4AEB-BBB2-993AC7451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617" y="2584105"/>
            <a:ext cx="5187254" cy="844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612FDC-7239-4207-A0D9-85CC78E2E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54" y="3872623"/>
            <a:ext cx="3656730" cy="2985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42215E-B2E0-4B9D-9BFE-A3D0352AE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5599" y="4022963"/>
            <a:ext cx="6190556" cy="52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67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</a:t>
            </a:r>
            <a:r>
              <a:rPr lang="tr-TR" dirty="0"/>
              <a:t> ve R Sabitken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81ABF-E798-45DB-8FDA-D9B64017E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5" y="1309732"/>
            <a:ext cx="3402380" cy="2242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A9345-46D3-4248-A4E6-2622D46AE54D}"/>
              </a:ext>
            </a:extLst>
          </p:cNvPr>
          <p:cNvSpPr txBox="1"/>
          <p:nvPr/>
        </p:nvSpPr>
        <p:spPr>
          <a:xfrm>
            <a:off x="383458" y="3429000"/>
            <a:ext cx="40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Temel </a:t>
            </a:r>
            <a:r>
              <a:rPr lang="tr-TR" dirty="0" err="1"/>
              <a:t>zener</a:t>
            </a:r>
            <a:r>
              <a:rPr lang="tr-TR" dirty="0"/>
              <a:t> regülatör devresi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982C0F-49A9-410E-A031-D2A873A02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580" y="1529177"/>
            <a:ext cx="1817645" cy="15778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26FE3A-5EA6-4979-A339-9DA6C4E6F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598" y="4193040"/>
            <a:ext cx="1941627" cy="6522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F1E242-8419-4DDD-8463-BA1962EAA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580" y="3247081"/>
            <a:ext cx="2019839" cy="7509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93B2327-6264-42FC-B758-D735F0E7F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0580" y="5040300"/>
            <a:ext cx="1142643" cy="84269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E4731B-E1FF-4AB7-ACA0-C02FC33F46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4120" y="2342425"/>
            <a:ext cx="1602724" cy="55809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84D470E-3821-40DF-82EA-185795319F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4120" y="3003073"/>
            <a:ext cx="1977161" cy="6105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994F68F-6456-4EF2-80C5-DCE86E10AB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9821" y="3794991"/>
            <a:ext cx="1928450" cy="105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58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4170784" y="1251426"/>
            <a:ext cx="53923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Verilen devrede I</a:t>
            </a:r>
            <a:r>
              <a:rPr lang="tr-TR" baseline="-25000" dirty="0"/>
              <a:t>L</a:t>
            </a:r>
            <a:r>
              <a:rPr lang="tr-TR" dirty="0"/>
              <a:t>, ve R</a:t>
            </a:r>
            <a:r>
              <a:rPr lang="tr-TR" baseline="-25000" dirty="0"/>
              <a:t>L</a:t>
            </a:r>
            <a:r>
              <a:rPr lang="tr-TR" dirty="0"/>
              <a:t> değerlerinin V</a:t>
            </a:r>
            <a:r>
              <a:rPr lang="tr-TR" baseline="-25000" dirty="0"/>
              <a:t>RL</a:t>
            </a:r>
            <a:r>
              <a:rPr lang="tr-TR" dirty="0"/>
              <a:t> = 10 V olacağı durumdaki aralıklarını bulunuz. </a:t>
            </a:r>
          </a:p>
          <a:p>
            <a:endParaRPr lang="tr-TR" dirty="0"/>
          </a:p>
          <a:p>
            <a:r>
              <a:rPr lang="tr-TR" dirty="0"/>
              <a:t>Diyotta harcanabilecek </a:t>
            </a:r>
            <a:r>
              <a:rPr lang="tr-TR" dirty="0" err="1"/>
              <a:t>max</a:t>
            </a:r>
            <a:r>
              <a:rPr lang="tr-TR" dirty="0"/>
              <a:t>. gücü hesaplayınız.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2AE76-A522-444B-9414-76FC82A5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27" y="1298129"/>
            <a:ext cx="3605719" cy="185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033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4170784" y="1251426"/>
            <a:ext cx="53923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Verilen devrede I</a:t>
            </a:r>
            <a:r>
              <a:rPr lang="tr-TR" baseline="-25000" dirty="0"/>
              <a:t>L</a:t>
            </a:r>
            <a:r>
              <a:rPr lang="tr-TR" dirty="0"/>
              <a:t>, ve R</a:t>
            </a:r>
            <a:r>
              <a:rPr lang="tr-TR" baseline="-25000" dirty="0"/>
              <a:t>L</a:t>
            </a:r>
            <a:r>
              <a:rPr lang="tr-TR" dirty="0"/>
              <a:t> değerlerinin V</a:t>
            </a:r>
            <a:r>
              <a:rPr lang="tr-TR" baseline="-25000" dirty="0"/>
              <a:t>RL</a:t>
            </a:r>
            <a:r>
              <a:rPr lang="tr-TR" dirty="0"/>
              <a:t> = 10 V olacağı durumdaki aralıklarını bulunuz. </a:t>
            </a:r>
          </a:p>
          <a:p>
            <a:endParaRPr lang="tr-TR" dirty="0"/>
          </a:p>
          <a:p>
            <a:r>
              <a:rPr lang="tr-TR" dirty="0"/>
              <a:t>Diyotta harcanabilecek </a:t>
            </a:r>
            <a:r>
              <a:rPr lang="tr-TR" dirty="0" err="1"/>
              <a:t>max</a:t>
            </a:r>
            <a:r>
              <a:rPr lang="tr-TR" dirty="0"/>
              <a:t>. gücü hesaplayınız.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2AE76-A522-444B-9414-76FC82A5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27" y="1298129"/>
            <a:ext cx="3605719" cy="1854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5D54CC-9CC1-4E91-95B9-36D961195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703" y="2405189"/>
            <a:ext cx="6861471" cy="888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C42940-3C2D-4691-ADDE-93DA792FE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703" y="3396287"/>
            <a:ext cx="5325757" cy="486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E7F77C-CE11-4CCE-A93B-5DF19BE82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703" y="4008005"/>
            <a:ext cx="3327798" cy="744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ECD095-71C4-4127-B38F-549986EBD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4446" y="4676159"/>
            <a:ext cx="5140253" cy="588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193719-E9F4-4692-9EFE-D408551C50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0784" y="5287131"/>
            <a:ext cx="3885127" cy="8071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6168DC-4A0B-48E9-A92C-36217E7A9B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923" y="6116236"/>
            <a:ext cx="3983357" cy="70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0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RL Sabit, </a:t>
            </a:r>
            <a:r>
              <a:rPr lang="tr-TR" dirty="0" err="1"/>
              <a:t>Vi</a:t>
            </a:r>
            <a:r>
              <a:rPr lang="tr-TR" dirty="0"/>
              <a:t> Değişken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81ABF-E798-45DB-8FDA-D9B64017E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5" y="1309732"/>
            <a:ext cx="3402380" cy="2242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A9345-46D3-4248-A4E6-2622D46AE54D}"/>
              </a:ext>
            </a:extLst>
          </p:cNvPr>
          <p:cNvSpPr txBox="1"/>
          <p:nvPr/>
        </p:nvSpPr>
        <p:spPr>
          <a:xfrm>
            <a:off x="383458" y="3429000"/>
            <a:ext cx="40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Temel </a:t>
            </a:r>
            <a:r>
              <a:rPr lang="tr-TR" dirty="0" err="1"/>
              <a:t>zener</a:t>
            </a:r>
            <a:r>
              <a:rPr lang="tr-TR" dirty="0"/>
              <a:t> regülatör devresi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DB058B-08BB-4ADC-B96C-31493D3DF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52" y="1546017"/>
            <a:ext cx="2048248" cy="1472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240ADB-7BD3-4FB7-A066-F09E64BA5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752" y="3176240"/>
            <a:ext cx="2429124" cy="6220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CD3DB9-D2F1-4C9C-B767-92C045B90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752" y="3956376"/>
            <a:ext cx="2576920" cy="118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76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4603404" y="1690688"/>
            <a:ext cx="5392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Zener</a:t>
            </a:r>
            <a:r>
              <a:rPr lang="tr-TR" dirty="0"/>
              <a:t> diyotun aktif olarak çalışacağı </a:t>
            </a:r>
            <a:r>
              <a:rPr lang="tr-TR" dirty="0" err="1"/>
              <a:t>Vi</a:t>
            </a:r>
            <a:r>
              <a:rPr lang="tr-TR" dirty="0"/>
              <a:t> aralığını bulunuz.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743DE-38B8-4105-BEB5-FA25564E7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2" y="1459671"/>
            <a:ext cx="4028172" cy="196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5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9759-73BC-473D-B402-09A0428B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DCE6C-D4C0-4C4C-9B7D-EB47868B581F}"/>
              </a:ext>
            </a:extLst>
          </p:cNvPr>
          <p:cNvSpPr txBox="1"/>
          <p:nvPr/>
        </p:nvSpPr>
        <p:spPr>
          <a:xfrm>
            <a:off x="4603404" y="1690688"/>
            <a:ext cx="5392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Zener</a:t>
            </a:r>
            <a:r>
              <a:rPr lang="tr-TR" dirty="0"/>
              <a:t> diyotun aktif olarak çalışacağı </a:t>
            </a:r>
            <a:r>
              <a:rPr lang="tr-TR" dirty="0" err="1"/>
              <a:t>Vi</a:t>
            </a:r>
            <a:r>
              <a:rPr lang="tr-TR" dirty="0"/>
              <a:t> aralığını bulunuz.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743DE-38B8-4105-BEB5-FA25564E7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2" y="1459671"/>
            <a:ext cx="4028172" cy="1969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3428F-DA62-41E3-B5C5-7F0DAB137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23" y="2501630"/>
            <a:ext cx="6387001" cy="365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23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7330-A891-44CE-B5FF-D335A809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13FA9-3191-475B-ACFE-77761E3704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288"/>
          <a:stretch/>
        </p:blipFill>
        <p:spPr>
          <a:xfrm>
            <a:off x="2036618" y="1216491"/>
            <a:ext cx="9081656" cy="538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0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F071B-23C8-4880-955D-22AA4E2B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08BC61-3458-47AA-97D5-FE17675A6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11117927" cy="285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29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23F5-0EA1-4E6A-BB41-1D0084C04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3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B926F5-1848-439C-96F0-1EE50653C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8246"/>
            <a:ext cx="10569762" cy="457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410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5F604-1D6E-4AB9-AECC-4F57059C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4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59835B-23F8-4210-BA35-19869E979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7888"/>
            <a:ext cx="10235047" cy="218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14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EDD4-FF7A-4905-9D1B-EEE60506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Hatırlatma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8A5E12-1B1E-418A-8FBA-84F069BE1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10514007" cy="410743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E41B7FE-9D4B-49DF-9619-0571B82C6120}"/>
              </a:ext>
            </a:extLst>
          </p:cNvPr>
          <p:cNvSpPr/>
          <p:nvPr/>
        </p:nvSpPr>
        <p:spPr>
          <a:xfrm>
            <a:off x="3314700" y="1781319"/>
            <a:ext cx="540327" cy="4258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9D9C13-D312-4AD9-802F-55DB9EC507B2}"/>
              </a:ext>
            </a:extLst>
          </p:cNvPr>
          <p:cNvCxnSpPr/>
          <p:nvPr/>
        </p:nvCxnSpPr>
        <p:spPr>
          <a:xfrm>
            <a:off x="10110355" y="4384964"/>
            <a:ext cx="488373" cy="0"/>
          </a:xfrm>
          <a:prstGeom prst="lin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68911E-1BC7-4746-A80B-259FB669A6F2}"/>
              </a:ext>
            </a:extLst>
          </p:cNvPr>
          <p:cNvCxnSpPr/>
          <p:nvPr/>
        </p:nvCxnSpPr>
        <p:spPr>
          <a:xfrm>
            <a:off x="5070764" y="2888673"/>
            <a:ext cx="488373" cy="0"/>
          </a:xfrm>
          <a:prstGeom prst="lin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67243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6567-B21F-44D2-A34F-CE4ABD24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Hatırlatma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61B28C-C0E1-4017-907B-3504D2F61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10519689" cy="420095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5535796-12AE-48AA-84D4-284058F9B9B3}"/>
              </a:ext>
            </a:extLst>
          </p:cNvPr>
          <p:cNvSpPr/>
          <p:nvPr/>
        </p:nvSpPr>
        <p:spPr>
          <a:xfrm>
            <a:off x="3439391" y="1854055"/>
            <a:ext cx="540327" cy="4258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08BD51-6AC2-45F4-B5B8-50E7366A11D5}"/>
              </a:ext>
            </a:extLst>
          </p:cNvPr>
          <p:cNvCxnSpPr/>
          <p:nvPr/>
        </p:nvCxnSpPr>
        <p:spPr>
          <a:xfrm>
            <a:off x="5174673" y="2899065"/>
            <a:ext cx="488373" cy="0"/>
          </a:xfrm>
          <a:prstGeom prst="lin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9ED574-8626-4BA8-A6B1-00B238C0FDA0}"/>
              </a:ext>
            </a:extLst>
          </p:cNvPr>
          <p:cNvCxnSpPr/>
          <p:nvPr/>
        </p:nvCxnSpPr>
        <p:spPr>
          <a:xfrm>
            <a:off x="10131137" y="4239492"/>
            <a:ext cx="488373" cy="0"/>
          </a:xfrm>
          <a:prstGeom prst="lin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11468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2AA5-68EE-4364-B3AF-2EB558EE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Hatırlatma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0F041F-155D-42EC-A4A2-8570235ED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501" y="1690688"/>
            <a:ext cx="10447458" cy="44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45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2AA5-68EE-4364-B3AF-2EB558EE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Hatırlatma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B7F093-96C0-4B16-A059-C201A9F35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10459890" cy="469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40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2AA5-68EE-4364-B3AF-2EB558EE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Hatırlatma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C2077B-80F5-42B3-B951-21F59F27E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0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66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58779-9C4D-4702-991C-A59B1E31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5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4D5B36-7162-4583-B408-AFE85BF40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94698"/>
            <a:ext cx="10672076" cy="416978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2EC910-C1E7-4347-B3EF-467416F685A4}"/>
              </a:ext>
            </a:extLst>
          </p:cNvPr>
          <p:cNvCxnSpPr/>
          <p:nvPr/>
        </p:nvCxnSpPr>
        <p:spPr>
          <a:xfrm>
            <a:off x="5309755" y="3241964"/>
            <a:ext cx="488373" cy="0"/>
          </a:xfrm>
          <a:prstGeom prst="lin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B78540-2B69-4FAE-ADFB-CE5316C1C8D0}"/>
              </a:ext>
            </a:extLst>
          </p:cNvPr>
          <p:cNvSpPr txBox="1"/>
          <p:nvPr/>
        </p:nvSpPr>
        <p:spPr>
          <a:xfrm>
            <a:off x="552450" y="1548258"/>
            <a:ext cx="1108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 err="1"/>
              <a:t>Sekonder</a:t>
            </a:r>
            <a:r>
              <a:rPr lang="tr-TR" sz="2800" dirty="0"/>
              <a:t> gerilimini, ters tepe gerilimini ve çıkış gerilimini hesaplayınız.</a:t>
            </a:r>
          </a:p>
        </p:txBody>
      </p:sp>
    </p:spTree>
    <p:extLst>
      <p:ext uri="{BB962C8B-B14F-4D97-AF65-F5344CB8AC3E}">
        <p14:creationId xmlns:p14="http://schemas.microsoft.com/office/powerpoint/2010/main" val="1371773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4F4F1-175B-4F47-96FA-29E4980D0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6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FD490A-6AEF-4458-B649-205EC8589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823298"/>
            <a:ext cx="10681039" cy="37645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AB8465-D37D-4B52-8F5C-C313CF277A1A}"/>
                  </a:ext>
                </a:extLst>
              </p:cNvPr>
              <p:cNvSpPr txBox="1"/>
              <p:nvPr/>
            </p:nvSpPr>
            <p:spPr>
              <a:xfrm>
                <a:off x="5808135" y="4293485"/>
                <a:ext cx="7411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AB8465-D37D-4B52-8F5C-C313CF277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135" y="4293485"/>
                <a:ext cx="741165" cy="276999"/>
              </a:xfrm>
              <a:prstGeom prst="rect">
                <a:avLst/>
              </a:prstGeom>
              <a:blipFill>
                <a:blip r:embed="rId3"/>
                <a:stretch>
                  <a:fillRect l="-7438" r="-826" b="-1087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7D3526B-CD26-4F12-963A-7AB00E59C863}"/>
              </a:ext>
            </a:extLst>
          </p:cNvPr>
          <p:cNvSpPr txBox="1"/>
          <p:nvPr/>
        </p:nvSpPr>
        <p:spPr>
          <a:xfrm>
            <a:off x="552450" y="1548258"/>
            <a:ext cx="11087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 err="1"/>
              <a:t>Sekonder</a:t>
            </a:r>
            <a:r>
              <a:rPr lang="tr-TR" sz="2800" dirty="0"/>
              <a:t> gerilim 12V</a:t>
            </a:r>
            <a:r>
              <a:rPr lang="tr-TR" sz="2800" baseline="-25000" dirty="0"/>
              <a:t>rms </a:t>
            </a:r>
            <a:r>
              <a:rPr lang="tr-TR" sz="2800" dirty="0"/>
              <a:t>olması için, transformatör </a:t>
            </a:r>
            <a:r>
              <a:rPr lang="tr-TR" sz="2800" dirty="0" err="1"/>
              <a:t>sekonder</a:t>
            </a:r>
            <a:r>
              <a:rPr lang="tr-TR" sz="2800" dirty="0"/>
              <a:t> gerilimini, ters tepe gerilimini ve çıkış gerilimini hesaplayınız.</a:t>
            </a:r>
          </a:p>
        </p:txBody>
      </p:sp>
    </p:spTree>
    <p:extLst>
      <p:ext uri="{BB962C8B-B14F-4D97-AF65-F5344CB8AC3E}">
        <p14:creationId xmlns:p14="http://schemas.microsoft.com/office/powerpoint/2010/main" val="1361844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57F6-D1B7-418D-A38E-CD817D48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Hatırlatma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BE2DA4-104D-421A-AD25-A5B0830DF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3" y="1820427"/>
            <a:ext cx="7866668" cy="1608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40F54E-B9EA-4E7D-9498-A381D2D5C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63" y="3810127"/>
            <a:ext cx="3357030" cy="1729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8A5108-9AA6-4428-B960-2A9B5447795A}"/>
                  </a:ext>
                </a:extLst>
              </p:cNvPr>
              <p:cNvSpPr txBox="1"/>
              <p:nvPr/>
            </p:nvSpPr>
            <p:spPr>
              <a:xfrm>
                <a:off x="4210050" y="5879031"/>
                <a:ext cx="1220932" cy="7542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8A5108-9AA6-4428-B960-2A9B5447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050" y="5879031"/>
                <a:ext cx="1220932" cy="754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85BAB5-CE2A-4D94-80EB-A6FFC6F34624}"/>
                  </a:ext>
                </a:extLst>
              </p:cNvPr>
              <p:cNvSpPr txBox="1"/>
              <p:nvPr/>
            </p:nvSpPr>
            <p:spPr>
              <a:xfrm>
                <a:off x="651163" y="5879031"/>
                <a:ext cx="3169994" cy="7770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𝑝𝑝</m:t>
                              </m:r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tr-TR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85BAB5-CE2A-4D94-80EB-A6FFC6F34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63" y="5879031"/>
                <a:ext cx="3169994" cy="777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7BC7B6-73FC-4997-80D5-999C6B400CC3}"/>
                  </a:ext>
                </a:extLst>
              </p:cNvPr>
              <p:cNvSpPr/>
              <p:nvPr/>
            </p:nvSpPr>
            <p:spPr>
              <a:xfrm>
                <a:off x="4179225" y="3978958"/>
                <a:ext cx="1673343" cy="7978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𝑝𝑝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tr-TR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7BC7B6-73FC-4997-80D5-999C6B400C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25" y="3978958"/>
                <a:ext cx="1673343" cy="7978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216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3994264-82CD-4D2F-A790-16D74903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Kaynaklar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6F72C5-D293-4DF4-913E-29FED8A96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Robert </a:t>
            </a:r>
            <a:r>
              <a:rPr lang="en-US" dirty="0" err="1"/>
              <a:t>Boylestad</a:t>
            </a:r>
            <a:r>
              <a:rPr lang="en-US" dirty="0"/>
              <a:t> and Louis </a:t>
            </a:r>
            <a:r>
              <a:rPr lang="en-US" dirty="0" err="1"/>
              <a:t>Nashelski</a:t>
            </a:r>
            <a:r>
              <a:rPr lang="en-US" dirty="0"/>
              <a:t>, </a:t>
            </a:r>
            <a:endParaRPr lang="tr-TR" dirty="0"/>
          </a:p>
          <a:p>
            <a:pPr marL="457200" lvl="1" indent="0">
              <a:buNone/>
            </a:pPr>
            <a:r>
              <a:rPr lang="en-US" i="1" dirty="0" err="1"/>
              <a:t>Elektronik</a:t>
            </a:r>
            <a:r>
              <a:rPr lang="en-US" i="1" dirty="0"/>
              <a:t> </a:t>
            </a:r>
            <a:r>
              <a:rPr lang="en-US" i="1" dirty="0" err="1"/>
              <a:t>Cihazlar</a:t>
            </a:r>
            <a:r>
              <a:rPr lang="en-US" i="1" dirty="0"/>
              <a:t> </a:t>
            </a:r>
            <a:r>
              <a:rPr lang="en-US" i="1" dirty="0" err="1"/>
              <a:t>ve</a:t>
            </a:r>
            <a:r>
              <a:rPr lang="en-US" i="1" dirty="0"/>
              <a:t> </a:t>
            </a:r>
            <a:r>
              <a:rPr lang="en-US" i="1" dirty="0" err="1"/>
              <a:t>Devre</a:t>
            </a:r>
            <a:r>
              <a:rPr lang="en-US" i="1" dirty="0"/>
              <a:t> </a:t>
            </a:r>
            <a:r>
              <a:rPr lang="en-US" i="1" dirty="0" err="1"/>
              <a:t>Teorisi</a:t>
            </a:r>
            <a:r>
              <a:rPr lang="en-US" i="1" dirty="0"/>
              <a:t>, Palme </a:t>
            </a:r>
            <a:r>
              <a:rPr lang="en-US" i="1" dirty="0" err="1"/>
              <a:t>Yayıncılık</a:t>
            </a:r>
            <a:r>
              <a:rPr lang="en-US" i="1" dirty="0"/>
              <a:t> </a:t>
            </a:r>
            <a:endParaRPr lang="tr-TR" i="1" dirty="0"/>
          </a:p>
          <a:p>
            <a:r>
              <a:rPr lang="en-US" dirty="0"/>
              <a:t>Mehmet </a:t>
            </a:r>
            <a:r>
              <a:rPr lang="en-US" dirty="0" err="1"/>
              <a:t>Akbaba</a:t>
            </a:r>
            <a:r>
              <a:rPr lang="en-US" dirty="0"/>
              <a:t>, </a:t>
            </a:r>
            <a:endParaRPr lang="tr-TR" dirty="0"/>
          </a:p>
          <a:p>
            <a:pPr marL="457200" lvl="1" indent="0">
              <a:buNone/>
            </a:pPr>
            <a:r>
              <a:rPr lang="en-US" i="1" dirty="0" err="1"/>
              <a:t>Elektronik</a:t>
            </a:r>
            <a:r>
              <a:rPr lang="en-US" i="1" dirty="0"/>
              <a:t> </a:t>
            </a:r>
            <a:r>
              <a:rPr lang="en-US" i="1" dirty="0" err="1"/>
              <a:t>Devreler</a:t>
            </a:r>
            <a:r>
              <a:rPr lang="en-US" i="1" dirty="0"/>
              <a:t> </a:t>
            </a:r>
            <a:r>
              <a:rPr lang="en-US" i="1" dirty="0" err="1"/>
              <a:t>Ders</a:t>
            </a:r>
            <a:r>
              <a:rPr lang="en-US" i="1" dirty="0"/>
              <a:t> </a:t>
            </a:r>
            <a:r>
              <a:rPr lang="en-US" i="1" dirty="0" err="1"/>
              <a:t>Notları</a:t>
            </a:r>
            <a:r>
              <a:rPr lang="en-US" dirty="0"/>
              <a:t> </a:t>
            </a:r>
            <a:endParaRPr lang="tr-TR" dirty="0"/>
          </a:p>
          <a:p>
            <a:r>
              <a:rPr lang="en-US" dirty="0"/>
              <a:t>Thomas L. Floyd</a:t>
            </a:r>
            <a:endParaRPr lang="tr-TR" dirty="0"/>
          </a:p>
          <a:p>
            <a:pPr marL="457200" lvl="1" indent="0">
              <a:buNone/>
            </a:pPr>
            <a:r>
              <a:rPr lang="en-US" i="1" dirty="0"/>
              <a:t>Electronic Devices, </a:t>
            </a:r>
            <a:r>
              <a:rPr lang="en-US" i="1" dirty="0" err="1"/>
              <a:t>Merill</a:t>
            </a:r>
            <a:r>
              <a:rPr lang="en-US" i="1" dirty="0"/>
              <a:t> </a:t>
            </a:r>
            <a:r>
              <a:rPr lang="en-US" i="1" dirty="0" err="1"/>
              <a:t>Publishin</a:t>
            </a:r>
            <a:r>
              <a:rPr lang="en-US" i="1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80683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11466</TotalTime>
  <Words>551</Words>
  <Application>Microsoft Office PowerPoint</Application>
  <PresentationFormat>Widescreen</PresentationFormat>
  <Paragraphs>118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Office Theme</vt:lpstr>
      <vt:lpstr>BLM224 Elektronik</vt:lpstr>
      <vt:lpstr>Zener Eşdeğer Devresi</vt:lpstr>
      <vt:lpstr>Zener Eşdeğer Devresi</vt:lpstr>
      <vt:lpstr>Örnek</vt:lpstr>
      <vt:lpstr>Örnek</vt:lpstr>
      <vt:lpstr>PowerPoint Presentation</vt:lpstr>
      <vt:lpstr>PowerPoint Presentation</vt:lpstr>
      <vt:lpstr>Zener Diyotun Regülatör Olarak Kullanılması</vt:lpstr>
      <vt:lpstr>Vi ve R Sabitken</vt:lpstr>
      <vt:lpstr>Örnek</vt:lpstr>
      <vt:lpstr>Örnek</vt:lpstr>
      <vt:lpstr>Örnek</vt:lpstr>
      <vt:lpstr>Vi ve R Sabitken</vt:lpstr>
      <vt:lpstr>Örnek</vt:lpstr>
      <vt:lpstr>Örnek</vt:lpstr>
      <vt:lpstr>RL Sabit, Vi Değişken</vt:lpstr>
      <vt:lpstr>Örnek</vt:lpstr>
      <vt:lpstr>Örnek</vt:lpstr>
      <vt:lpstr>Örnek 1</vt:lpstr>
      <vt:lpstr>Örnek 2</vt:lpstr>
      <vt:lpstr>Örnek 3</vt:lpstr>
      <vt:lpstr>Örnek 4</vt:lpstr>
      <vt:lpstr>Hatırlatma</vt:lpstr>
      <vt:lpstr>Hatırlatma</vt:lpstr>
      <vt:lpstr>Hatırlatma</vt:lpstr>
      <vt:lpstr>Hatırlatma</vt:lpstr>
      <vt:lpstr>Hatırlatma</vt:lpstr>
      <vt:lpstr>Örnek 5</vt:lpstr>
      <vt:lpstr>Örnek 6</vt:lpstr>
      <vt:lpstr>Hatırlatma</vt:lpstr>
      <vt:lpstr>Kaynaklar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BLM224 Elektronik</dc:title>
  <dc:creator/>
  <cp:lastModifiedBy>Ferhat ATASOY</cp:lastModifiedBy>
  <cp:revision>394</cp:revision>
  <cp:lastPrinted>2018-03-20T06:54:48Z</cp:lastPrinted>
  <dcterms:created xsi:type="dcterms:W3CDTF">2018-02-05T11:13:59Z</dcterms:created>
  <dcterms:modified xsi:type="dcterms:W3CDTF">2021-03-22T12:12:49Z</dcterms:modified>
</cp:coreProperties>
</file>