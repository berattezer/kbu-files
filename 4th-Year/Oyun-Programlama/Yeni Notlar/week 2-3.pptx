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476" r:id="rId2"/>
    <p:sldId id="258" r:id="rId3"/>
    <p:sldId id="484" r:id="rId4"/>
    <p:sldId id="257" r:id="rId5"/>
    <p:sldId id="287" r:id="rId6"/>
    <p:sldId id="262" r:id="rId7"/>
    <p:sldId id="284" r:id="rId8"/>
    <p:sldId id="270" r:id="rId9"/>
    <p:sldId id="263" r:id="rId10"/>
    <p:sldId id="264" r:id="rId11"/>
    <p:sldId id="259" r:id="rId12"/>
    <p:sldId id="260" r:id="rId13"/>
    <p:sldId id="267" r:id="rId14"/>
    <p:sldId id="268" r:id="rId15"/>
    <p:sldId id="275" r:id="rId16"/>
    <p:sldId id="276" r:id="rId17"/>
    <p:sldId id="271" r:id="rId18"/>
    <p:sldId id="481" r:id="rId19"/>
    <p:sldId id="266" r:id="rId20"/>
    <p:sldId id="478" r:id="rId21"/>
    <p:sldId id="477" r:id="rId22"/>
    <p:sldId id="479" r:id="rId23"/>
    <p:sldId id="277" r:id="rId24"/>
    <p:sldId id="485" r:id="rId25"/>
    <p:sldId id="273" r:id="rId26"/>
    <p:sldId id="486" r:id="rId27"/>
    <p:sldId id="278" r:id="rId28"/>
    <p:sldId id="269" r:id="rId29"/>
    <p:sldId id="265" r:id="rId30"/>
    <p:sldId id="261" r:id="rId31"/>
    <p:sldId id="280" r:id="rId32"/>
    <p:sldId id="286" r:id="rId33"/>
    <p:sldId id="281" r:id="rId34"/>
    <p:sldId id="282" r:id="rId35"/>
    <p:sldId id="283" r:id="rId36"/>
    <p:sldId id="482" r:id="rId3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11A35C-8ACE-4D02-8D59-BD7473F2A912}">
          <p14:sldIdLst>
            <p14:sldId id="476"/>
            <p14:sldId id="258"/>
            <p14:sldId id="484"/>
            <p14:sldId id="257"/>
            <p14:sldId id="287"/>
            <p14:sldId id="262"/>
            <p14:sldId id="284"/>
            <p14:sldId id="270"/>
            <p14:sldId id="263"/>
            <p14:sldId id="264"/>
            <p14:sldId id="259"/>
            <p14:sldId id="260"/>
            <p14:sldId id="267"/>
            <p14:sldId id="268"/>
            <p14:sldId id="275"/>
            <p14:sldId id="276"/>
            <p14:sldId id="271"/>
          </p14:sldIdLst>
        </p14:section>
        <p14:section name="Game Math" id="{F6F90A5A-1861-4931-9EB3-25093371C066}">
          <p14:sldIdLst>
            <p14:sldId id="481"/>
            <p14:sldId id="266"/>
            <p14:sldId id="478"/>
            <p14:sldId id="477"/>
            <p14:sldId id="479"/>
            <p14:sldId id="277"/>
            <p14:sldId id="485"/>
            <p14:sldId id="273"/>
            <p14:sldId id="486"/>
            <p14:sldId id="278"/>
          </p14:sldIdLst>
        </p14:section>
        <p14:section name="Components" id="{40326572-7F77-4FFA-82F7-4AB768ACC988}">
          <p14:sldIdLst>
            <p14:sldId id="269"/>
            <p14:sldId id="265"/>
            <p14:sldId id="261"/>
          </p14:sldIdLst>
        </p14:section>
        <p14:section name="Colliders" id="{2ECCC72C-0C93-4837-9115-AC879B1AA7B3}">
          <p14:sldIdLst>
            <p14:sldId id="280"/>
            <p14:sldId id="286"/>
            <p14:sldId id="281"/>
            <p14:sldId id="282"/>
            <p14:sldId id="283"/>
            <p14:sldId id="4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82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3.185"/>
    </inkml:context>
    <inkml:brush xml:id="br0">
      <inkml:brushProperty name="width" value="0.05" units="cm"/>
      <inkml:brushProperty name="height" value="0.05" units="cm"/>
      <inkml:brushProperty name="color" value="#004F8B"/>
    </inkml:brush>
  </inkml:definitions>
  <inkml:trace contextRef="#ctx0" brushRef="#br0">281 12 24575,'-36'-6'0,"29"5"0,0-1 0,0 1 0,-1 0 0,1 1 0,-9 0 0,14 0 0,0 0 0,0 1 0,1-1 0,-1 1 0,0-1 0,0 1 0,1 0 0,-1-1 0,0 1 0,1 0 0,-1 0 0,1 0 0,0 1 0,-1-1 0,1 0 0,0 0 0,-1 1 0,1-1 0,0 1 0,0-1 0,0 1 0,0-1 0,1 1 0,-1 0 0,-1 2 0,-6 25 0,1-1 0,2 1 0,-3 30 0,6-38 0,-22 223-249,11 0-1,11 1 1,59 485-1,38-258 250,-85-422 0,-13-44 0,-4-14 0,-35-64 250,4-2-1,2-1 1,-38-119-1,68 178-249,-27-91 0,30 96 0,1-1 0,0 0 0,1 0 0,0 0 0,1 0 0,2-22 0,-2 32 0,1-1 0,0 0 0,0 0 0,0 1 0,0-1 0,0 1 0,1-1 0,-1 1 0,1-1 0,0 1 0,0 0 0,-1 0 0,1 0 0,1 0 0,-1 0 0,0 0 0,0 1 0,1-1 0,2-1 0,5-2 0,0 1 0,0 0 0,17-4 0,-21 6 0,100-23 7,202-20-1,-135 24-1384,-139 15-5448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3.560"/>
    </inkml:context>
    <inkml:brush xml:id="br0">
      <inkml:brushProperty name="width" value="0.05" units="cm"/>
      <inkml:brushProperty name="height" value="0.05" units="cm"/>
      <inkml:brushProperty name="color" value="#004F8B"/>
    </inkml:brush>
  </inkml:definitions>
  <inkml:trace contextRef="#ctx0" brushRef="#br0">215 351 24575,'3'0'0,"7"0"0,0-7 0,-1-15 0,-6-12 0,-8-10 0,-18-15 0,-13 3 0,-5 4 0,2 10 0,2 17 0,9 15 0,8 19 0,8 14 0,6 8 0,4-2-8191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3.824"/>
    </inkml:context>
    <inkml:brush xml:id="br0">
      <inkml:brushProperty name="width" value="0.05" units="cm"/>
      <inkml:brushProperty name="height" value="0.05" units="cm"/>
      <inkml:brushProperty name="color" value="#004F8B"/>
    </inkml:brush>
  </inkml:definitions>
  <inkml:trace contextRef="#ctx0" brushRef="#br0">71 746 24575,'0'-8'0,"0"-6"0,0-9 0,-3-20 0,-7-22 0,0-15 0,-3-10 0,2 2 0,1 10 0,3 12 0,3 15 0,2 8 0,5 7 0,10 10 0,7 5 0,-1 7-8191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4.647"/>
    </inkml:context>
    <inkml:brush xml:id="br0">
      <inkml:brushProperty name="width" value="0.05" units="cm"/>
      <inkml:brushProperty name="height" value="0.05" units="cm"/>
      <inkml:brushProperty name="color" value="#004F8B"/>
    </inkml:brush>
  </inkml:definitions>
  <inkml:trace contextRef="#ctx0" brushRef="#br0">1 540 24575,'1'8'0,"1"0"0,0 1 0,0-1 0,1 0 0,0 0 0,0 0 0,1 0 0,0-1 0,8 12 0,-1 0 0,165 258 0,-172-272 0,0 1 0,0-1 0,0 0 0,1-1 0,-1 1 0,1-1 0,1 0 0,8 6 0,-12-9 0,-1 0 0,0-1 0,1 1 0,-1-1 0,1 0 0,-1 1 0,0-1 0,1 0 0,-1 0 0,1 0 0,-1 0 0,1 0 0,-1 0 0,1-1 0,-1 1 0,1 0 0,1-1 0,-1-1 0,1 1 0,-1-1 0,0 1 0,0-1 0,0 0 0,0 1 0,0-1 0,0 0 0,0 0 0,-1-1 0,1 1 0,1-4 0,13-27 0,-1 0 0,-2-2 0,-1 0 0,-2 0 0,8-47 0,5-20 0,-22 100 0,0-4 0,1 1 0,0-1 0,0 1 0,0-1 0,6-8 0,-8 13 0,1 0 0,-1 1 0,1-1 0,0 0 0,-1 0 0,1 1 0,0-1 0,0 1 0,-1-1 0,1 1 0,0-1 0,0 1 0,0-1 0,0 1 0,0 0 0,0-1 0,-1 1 0,1 0 0,0 0 0,0 0 0,0 0 0,0 0 0,0 0 0,0 0 0,0 0 0,0 0 0,0 0 0,0 0 0,0 1 0,0-1 0,0 0 0,0 1 0,-1-1 0,1 1 0,0-1 0,0 1 0,0-1 0,-1 1 0,1-1 0,0 1 0,-1 0 0,1 0 0,1 1 0,19 19 0,33 42 0,15 18 0,-61-73 0,0-1 0,1 0 0,0 0 0,0-1 0,1 0 0,0 0 0,13 5 0,-20-10 0,0 0 0,0 0 0,0 0 0,0 0 0,0 0 0,0-1 0,0 0 0,0 1 0,0-1 0,1 0 0,-1 0 0,0-1 0,0 1 0,0-1 0,0 0 0,0 1 0,0-1 0,0-1 0,0 1 0,-1 0 0,1-1 0,0 1 0,-1-1 0,1 0 0,-1 0 0,1 0 0,-1 0 0,3-3 0,4-7 0,-1 0 0,-1 0 0,1-1 0,-2 1 0,6-17 0,-7 17 0,1-1 0,0 1 0,15-21 0,-16 29 0,-1 0 0,1 0 0,-1 0 0,1 0 0,1 1 0,-1 0 0,0 0 0,1 1 0,-1 0 0,1 0 0,0 0 0,0 0 0,0 1 0,-1 0 0,1 0 0,11 0 0,-9 1 0,0 0 0,0 0 0,0 1 0,0 0 0,0 1 0,-1 0 0,1 0 0,-1 0 0,1 1 0,-1 0 0,0 1 0,9 4 0,-9-2 0,1-1 0,0 0 0,0 0 0,0-1 0,16 6 0,-19-9 0,-1 0 0,0 0 0,1-1 0,-1 0 0,0 0 0,1 0 0,-1 0 0,0 0 0,1-1 0,-1 0 0,0 0 0,0 0 0,0-1 0,7-2 0,-2-1 0,-1 1 0,0-1 0,0 0 0,0-1 0,-1 0 0,1 0 0,-2-1 0,1 0 0,-1 0 0,0 0 0,0-1 0,-1 0 0,0 0 0,0 0 0,-1-1 0,0 0 0,-1 1 0,5-20 0,-1-6 0,-1-1 0,-2 0 0,-1-62 0,-2 88 0,0-5-8,1 0 0,1 0-1,0 0 1,1 0-1,0 1 1,1 0 0,1 0-1,0 0 1,12-19 0,8-15-1274,-6 3-5544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5.038"/>
    </inkml:context>
    <inkml:brush xml:id="br0">
      <inkml:brushProperty name="width" value="0.05" units="cm"/>
      <inkml:brushProperty name="height" value="0.05" units="cm"/>
      <inkml:brushProperty name="color" value="#004F8B"/>
    </inkml:brush>
  </inkml:definitions>
  <inkml:trace contextRef="#ctx0" brushRef="#br0">0 1 24575,'58'108'0,"86"121"0,87 84 0,-41-58 0,-175-233 0,-8-15 0,-1 1 0,1 0 0,-2 1 0,1 0 0,-1 0 0,-1 0 0,0 0 0,0 1 0,-1-1 0,0 1 0,3 14 0,-7-22 0,1 1 0,-1-1 0,0 0 0,1 1 0,-1-1 0,0 0 0,0 0 0,0 0 0,-1 0 0,1 0 0,0 0 0,-1 0 0,1 0 0,-1 0 0,0-1 0,0 1 0,1-1 0,-1 1 0,0-1 0,0 0 0,-1 0 0,1 1 0,0-1 0,-5 1 0,-6 3 0,-1 0 0,-24 4 0,35-8 0,-7 1 0,0 0 0,0-1 0,1 0 0,-1-1 0,0 0 0,0 0 0,0-1 0,-17-3 0,25 3 0,-1 1 0,1-1 0,0 0 0,-1 0 0,1-1 0,0 1 0,0 0 0,0-1 0,0 1 0,0-1 0,0 0 0,0 0 0,0 1 0,1-1 0,-1 0 0,1-1 0,-1 1 0,1 0 0,0 0 0,0 0 0,0-1 0,0 1 0,0-1 0,1 1 0,-1-1 0,1 1 0,-1-1 0,1 1 0,0-1 0,0 1 0,0-1 0,0 1 0,1-1 0,-1 0 0,1 1 0,-1 0 0,1-1 0,1-2 0,0-2-136,0 1-1,0 0 1,1 0-1,0-1 1,0 2-1,0-1 1,1 0-1,0 1 0,8-11 1,4 1-6690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09.631"/>
    </inkml:context>
    <inkml:brush xml:id="br0">
      <inkml:brushProperty name="width" value="0.05" units="cm"/>
      <inkml:brushProperty name="height" value="0.05" units="cm"/>
      <inkml:brushProperty name="color" value="#004F8B"/>
    </inkml:brush>
  </inkml:definitions>
  <inkml:trace contextRef="#ctx0" brushRef="#br0">0 1 24575,'4'11'0,"2"12"0,2 22 0,5 18 0,0 14 0,33 127 0,8 32 0,-5-24-8191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09.985"/>
    </inkml:context>
    <inkml:brush xml:id="br0">
      <inkml:brushProperty name="width" value="0.05" units="cm"/>
      <inkml:brushProperty name="height" value="0.05" units="cm"/>
      <inkml:brushProperty name="color" value="#004F8B"/>
    </inkml:brush>
  </inkml:definitions>
  <inkml:trace contextRef="#ctx0" brushRef="#br0">2 458 24575,'-1'-48'0,"0"17"0,1 0 0,6-38 0,-5 60 0,1 0 0,0 0 0,0 0 0,1 1 0,1-1 0,-1 1 0,1 0 0,0-1 0,1 2 0,0-1 0,1 1 0,6-8 0,2 1 0,2 1 0,0 0 0,0 1 0,1 1 0,1 1 0,-1 0 0,22-7 0,0 1 0,1 2 0,58-12 0,-89 24 0,0 0 0,-1 1 0,1 0 0,0 0 0,0 1 0,0 0 0,0 0 0,0 1 0,0 0 0,0 1 0,0 0 0,-1 0 0,1 1 0,-1 0 0,1 1 0,-1 0 0,0 0 0,-1 1 0,1 0 0,-1 0 0,0 0 0,0 1 0,0 0 0,-1 1 0,0 0 0,0 0 0,-1 0 0,7 11 0,-1 2 0,0 1 0,-2 0 0,0 0 0,-1 1 0,-2 0 0,0 0 0,-1 1 0,-1 0 0,-2 0 0,0 0 0,-1 0 0,-1 0 0,-1 0 0,-8 40 0,7-53 6,-1-1-1,0 0 1,-1 0-1,0 0 0,0 0 1,-1-1-1,0 1 1,-1-1-1,0-1 1,0 1-1,0-1 1,-1 0-1,0 0 0,0-1 1,-1 0-1,0 0 1,0-1-1,0 0 1,-1 0-1,0-1 1,-17 6-1,7-4-154,0-1 1,-1-1-1,1-1 1,-1-1-1,0 0 1,0-2-1,0 0 1,1-1-1,-36-7 1,29 3-6678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0.325"/>
    </inkml:context>
    <inkml:brush xml:id="br0">
      <inkml:brushProperty name="width" value="0.05" units="cm"/>
      <inkml:brushProperty name="height" value="0.05" units="cm"/>
      <inkml:brushProperty name="color" value="#004F8B"/>
    </inkml:brush>
  </inkml:definitions>
  <inkml:trace contextRef="#ctx0" brushRef="#br0">0 0 24575,'0'16'0,"4"32"0,9 31 0,10 22 0,13 25 0,12 14 0,6 2 0,0-2 0,-3-18 0,-8-22 0,-11-20 0,-7-24 0,-7-17 0,-4-11 0,1-11 0,-3-4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0.883"/>
    </inkml:context>
    <inkml:brush xml:id="br0">
      <inkml:brushProperty name="width" value="0.05" units="cm"/>
      <inkml:brushProperty name="height" value="0.05" units="cm"/>
      <inkml:brushProperty name="color" value="#004F8B"/>
    </inkml:brush>
  </inkml:definitions>
  <inkml:trace contextRef="#ctx0" brushRef="#br0">144 1 24575,'-5'0'0,"0"1"0,1-1 0,-1 1 0,0 0 0,1 1 0,-1-1 0,0 1 0,1 0 0,0 0 0,-1 0 0,1 0 0,0 1 0,0 0 0,0 0 0,1 0 0,-1 0 0,1 1 0,0-1 0,0 1 0,0 0 0,0 0 0,0 0 0,1 0 0,0 0 0,0 1 0,0-1 0,0 1 0,-1 6 0,-4 14 0,1 0 0,2 0 0,-4 52 0,7-60 0,-2 14 0,-2 25 0,2 1 0,2 0 0,8 71 0,1-106 0,-8-22 0,0 1 0,1-1 0,-1 0 0,0 0 0,0 1 0,1-1 0,-1 0 0,0 0 0,0 0 0,1 1 0,-1-1 0,0 0 0,0 0 0,1 0 0,-1 0 0,0 0 0,1 0 0,-1 1 0,0-1 0,1 0 0,-1 0 0,0 0 0,1 0 0,-1 0 0,0 0 0,1 0 0,-1 0 0,0-1 0,1 1 0,-1 0 0,0 0 0,1 0 0,1-2 0,0 0 0,0 0 0,0 0 0,0 0 0,0 0 0,-1-1 0,1 1 0,-1 0 0,0-1 0,0 1 0,0-1 0,1-3 0,17-57 0,-4-1 0,-2 0 0,5-80 0,-13 102 0,-5 38 0,1-4 0,0 0 0,1 0 0,0 0 0,0 0 0,5-12 0,-7 19 0,1 0 0,-1 0 0,1 0 0,0 0 0,-1 0 0,1 0 0,0 0 0,0 0 0,0 0 0,0 0 0,0 0 0,0 0 0,0 1 0,0-1 0,0 0 0,0 1 0,0-1 0,0 1 0,1-1 0,-1 1 0,0-1 0,0 1 0,1 0 0,-1 0 0,0 0 0,1 0 0,-1 0 0,0 0 0,0 0 0,1 0 0,-1 0 0,0 1 0,0-1 0,1 0 0,-1 1 0,0-1 0,0 1 0,0-1 0,1 1 0,-1 0 0,0 0 0,0-1 0,0 1 0,1 2 0,20 14 0,-1 1 0,-1 2 0,-1 0 0,31 43 0,-17-22 0,179 208-1365,-196-232-5461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1.352"/>
    </inkml:context>
    <inkml:brush xml:id="br0">
      <inkml:brushProperty name="width" value="0.05" units="cm"/>
      <inkml:brushProperty name="height" value="0.05" units="cm"/>
      <inkml:brushProperty name="color" value="#004F8B"/>
    </inkml:brush>
  </inkml:definitions>
  <inkml:trace contextRef="#ctx0" brushRef="#br0">38 448 24575,'-2'-58'0,"-15"-79"0,-1-23 0,18 156 0,0 1 0,-1-1 0,1 1 0,1-1 0,-1 0 0,0 1 0,1-1 0,0 1 0,0-1 0,0 1 0,0 0 0,1-1 0,-1 1 0,1 0 0,0 0 0,-1 0 0,2 0 0,-1 0 0,0 0 0,0 1 0,1-1 0,3-2 0,-1 2 0,-1 1 0,1 0 0,0 0 0,0 1 0,0-1 0,1 1 0,-1 0 0,0 0 0,0 1 0,1-1 0,-1 1 0,0 0 0,0 1 0,8 1 0,-2 0-170,0 0-1,0 1 0,0 0 1,-1 1-1,1 0 0,-1 1 1,12 7-1,-7-3-6655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2.035"/>
    </inkml:context>
    <inkml:brush xml:id="br0">
      <inkml:brushProperty name="width" value="0.05" units="cm"/>
      <inkml:brushProperty name="height" value="0.05" units="cm"/>
      <inkml:brushProperty name="color" value="#004F8B"/>
    </inkml:brush>
  </inkml:definitions>
  <inkml:trace contextRef="#ctx0" brushRef="#br0">0 357 24575,'12'0'0,"0"0"0,0-2 0,0 1 0,0-1 0,0-1 0,0 0 0,-1-1 0,0 0 0,12-6 0,-4-1 0,0-2 0,0 1 0,31-29 0,-29 22 0,0-1 0,30-36 0,-47 50 0,1 0 0,-1 0 0,0 0 0,0-1 0,-1 0 0,0 1 0,0-1 0,-1 0 0,1-1 0,-2 1 0,1 0 0,-1-1 0,0 1 0,0 0 0,-1-13 0,0 19 0,-1-1 0,1 1 0,0 0 0,0-1 0,0 1 0,-1-1 0,1 1 0,-1-1 0,1 1 0,-1 0 0,0-1 0,1 1 0,-1 0 0,0-1 0,0 1 0,0 0 0,0 0 0,0 0 0,0 0 0,0 0 0,-1 0 0,1 0 0,0 0 0,0 1 0,-2-2 0,0 2 0,0-1 0,1 1 0,-1 0 0,0-1 0,0 1 0,1 1 0,-1-1 0,0 0 0,1 1 0,-1-1 0,0 1 0,-4 2 0,-4 1 0,1 2 0,-1-1 0,1 1 0,1 0 0,-14 12 0,9-5 0,2-1 0,0 2 0,0 0 0,1 0 0,1 1 0,0 1 0,1-1 0,1 1 0,0 1 0,2 0 0,-7 21 0,10-26 0,0 0 0,1 0 0,0 0 0,1 0 0,1 1 0,0-1 0,0 0 0,2 0 0,-1 0 0,1 0 0,1 0 0,0 0 0,1 0 0,0-1 0,1 0 0,0 0 0,10 16 0,-5-11 30,2-1 0,0 0 0,27 25 0,-34-35-123,0-1 0,-1 0 1,1 0-1,1-1 0,-1 1 0,1-1 0,-1 0 0,1-1 1,0 1-1,0-1 0,0 0 0,0-1 0,0 0 1,1 0-1,9 1 0,1-5-6733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6.579"/>
    </inkml:context>
    <inkml:brush xml:id="br0">
      <inkml:brushProperty name="width" value="0.05" units="cm"/>
      <inkml:brushProperty name="height" value="0.05" units="cm"/>
      <inkml:brushProperty name="color" value="#004F8B"/>
    </inkml:brush>
  </inkml:definitions>
  <inkml:trace contextRef="#ctx0" brushRef="#br0">4 251 24575,'-1'-54'0,"-1"34"0,1 0 0,1 0 0,2 0 0,6-38 0,-7 55 0,-1-1 0,2 1 0,-1 0 0,0 0 0,1 0 0,-1 0 0,1 1 0,0-1 0,0 0 0,0 1 0,0-1 0,0 1 0,1 0 0,-1 0 0,1 0 0,0 0 0,-1 0 0,1 0 0,0 1 0,0-1 0,0 1 0,0 0 0,0 0 0,0 0 0,1 0 0,-1 1 0,0-1 0,0 1 0,1 0 0,-1 0 0,0 0 0,0 0 0,1 0 0,-1 1 0,0-1 0,4 2 0,5 1 0,1 1 0,0 0 0,-1 1 0,0 0 0,0 1 0,-1 0 0,19 13 0,-12-3 0,0 1 0,0 0 0,-2 1 0,0 1 0,-1 0 0,-1 1 0,0 1 0,-2 0 0,13 32 0,-2 1 0,-3 1 0,23 100 0,-27-68 0,5 93 0,-9-62 0,-12-115 0,0 0 0,0 1 0,1-1 0,-1 0 0,1 0 0,0 0 0,-1 0 0,2-1 0,-1 1 0,0 0 0,0 0 0,1-1 0,0 1 0,-1-1 0,5 5 0,-4-6 0,1 0 0,-1 0 0,1 0 0,-1 0 0,1-1 0,-1 1 0,1-1 0,-1 0 0,1 0 0,0 0 0,-1 0 0,1 0 0,-1 0 0,1-1 0,-1 1 0,1-1 0,-1 0 0,1 0 0,2-1 0,193-77 134,-40 14-1633,-103 46-5327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6.847"/>
    </inkml:context>
    <inkml:brush xml:id="br0">
      <inkml:brushProperty name="width" value="0.05" units="cm"/>
      <inkml:brushProperty name="height" value="0.05" units="cm"/>
      <inkml:brushProperty name="color" value="#004F8B"/>
    </inkml:brush>
  </inkml:definitions>
  <inkml:trace contextRef="#ctx0" brushRef="#br0">1 399 24575,'0'-4'0,"4"-9"0,16-6 0,33-12 0,27-12 0,7 1 0,4 0 0,3 0 0,5-2 0,-8 4 0,-14 8 0,-17 9 0,-14 10 0,-12 6 0,-11 4-8191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7.220"/>
    </inkml:context>
    <inkml:brush xml:id="br0">
      <inkml:brushProperty name="width" value="0.05" units="cm"/>
      <inkml:brushProperty name="height" value="0.05" units="cm"/>
      <inkml:brushProperty name="color" value="#004F8B"/>
    </inkml:brush>
  </inkml:definitions>
  <inkml:trace contextRef="#ctx0" brushRef="#br0">0 1 24575,'354'619'0,"-196"-307"0,-126-239 0,-3 2 0,26 107 0,-50-163 9,-2 1 1,0 1-1,-2-1 0,0 0 0,-1 0 1,-1 1-1,-1-1 0,-1 0 0,0 0 0,-2 0 1,0-1-1,-9 22 0,3-15-174,-2-2 0,0 1 0,-1-2 0,-1 0 0,-2-1 0,0 0 0,-1-1 0,-26 22 0,-7 2-6661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7.543"/>
    </inkml:context>
    <inkml:brush xml:id="br0">
      <inkml:brushProperty name="width" value="0.05" units="cm"/>
      <inkml:brushProperty name="height" value="0.05" units="cm"/>
      <inkml:brushProperty name="color" value="#004F8B"/>
    </inkml:brush>
  </inkml:definitions>
  <inkml:trace contextRef="#ctx0" brushRef="#br0">0 1 24575,'0'8'0,"0"33"0,4 42 0,9 37 0,10 17 0,21 18 0,18 5 0,15-9 0,9-15 0,1-19 0,-5-21 0,-10-27 0,-8-25 0,-5-17 0,1-12 0,-7-9 0,-4-6 0,-11-2-8191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9.084"/>
    </inkml:context>
    <inkml:brush xml:id="br0">
      <inkml:brushProperty name="width" value="0.05" units="cm"/>
      <inkml:brushProperty name="height" value="0.05" units="cm"/>
      <inkml:brushProperty name="color" value="#004F8B"/>
    </inkml:brush>
  </inkml:definitions>
  <inkml:trace contextRef="#ctx0" brushRef="#br0">1 1 24575,'0'11'0,"12"24"0,11 33 0,10 17 0,18 24 0,17 22 0,8 4 0,3-6 0,-5-17 0,-14-23 0,-14-28 0,-14-19 0,-9-13 0,-9-12-8191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9.523"/>
    </inkml:context>
    <inkml:brush xml:id="br0">
      <inkml:brushProperty name="width" value="0.05" units="cm"/>
      <inkml:brushProperty name="height" value="0.05" units="cm"/>
      <inkml:brushProperty name="color" value="#004F8B"/>
    </inkml:brush>
  </inkml:definitions>
  <inkml:trace contextRef="#ctx0" brushRef="#br0">1 172 24575,'0'-5'0,"0"1"0,1-1 0,0 0 0,0 1 0,1-1 0,-1 1 0,1-1 0,0 1 0,0 0 0,0-1 0,1 1 0,0 0 0,-1 1 0,1-1 0,1 0 0,-1 1 0,0 0 0,1 0 0,0 0 0,-1 0 0,1 0 0,6-2 0,9-6 0,2 2 0,-1 0 0,32-9 0,-37 13 0,2-1 0,1 0 0,0 2 0,1 0 0,-1 0 0,1 2 0,-1 1 0,31 0 0,-41 2 0,0 1 0,0-1 0,0 1 0,0 1 0,0-1 0,0 1 0,-1 1 0,1 0 0,-1 0 0,0 0 0,0 0 0,0 1 0,-1 1 0,0-1 0,0 1 0,0 0 0,-1 0 0,0 1 0,7 10 0,-9-12 5,0 0-1,0 1 1,0 0 0,-1-1-1,0 1 1,0 0-1,0 0 1,-1 0 0,0 1-1,0-1 1,-1 0 0,1 0-1,-1 1 1,-1-1-1,1 0 1,-1 0 0,0 1-1,-1-1 1,1 0-1,-1 0 1,-1 0 0,1-1-1,-1 1 1,0 0-1,-4 5 1,3-4-79,-1-1-1,0 0 1,0 0 0,-1 0 0,1 0-1,-1-1 1,-1 0 0,1-1 0,-1 1-1,1-1 1,-1 0 0,-1-1 0,1 1-1,0-1 1,-1-1 0,0 0 0,1 0-1,-1 0 1,-10 0 0,-2-1-6752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19.789"/>
    </inkml:context>
    <inkml:brush xml:id="br0">
      <inkml:brushProperty name="width" value="0.05" units="cm"/>
      <inkml:brushProperty name="height" value="0.05" units="cm"/>
      <inkml:brushProperty name="color" value="#004F8B"/>
    </inkml:brush>
  </inkml:definitions>
  <inkml:trace contextRef="#ctx0" brushRef="#br0">1 1 24575,'3'0'0,"3"4"0,10 16 0,11 26 0,9 23 0,9 31 0,10 18 0,6 9 0,1-6 0,2-7 0,-3-13 0,-7-18 0,-10-17 0,-7-14 0,-7-17 0,-8-15-8191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21.156"/>
    </inkml:context>
    <inkml:brush xml:id="br0">
      <inkml:brushProperty name="width" value="0.05" units="cm"/>
      <inkml:brushProperty name="height" value="0.05" units="cm"/>
      <inkml:brushProperty name="color" value="#004F8B"/>
    </inkml:brush>
  </inkml:definitions>
  <inkml:trace contextRef="#ctx0" brushRef="#br0">165 533 24575,'-2'-3'0,"0"1"0,0 0 0,0-1 0,-1 1 0,1 0 0,-1 0 0,0 1 0,1-1 0,-1 0 0,0 1 0,0 0 0,0 0 0,0 0 0,0 0 0,0 0 0,-1 0 0,1 1 0,0-1 0,0 1 0,0 0 0,-1 0 0,1 1 0,0-1 0,0 0 0,0 1 0,-4 1 0,3 0 0,0 1 0,0-1 0,0 1 0,0 0 0,1 0 0,-1 0 0,1 0 0,0 1 0,0-1 0,0 1 0,0 0 0,1 0 0,0 0 0,0 0 0,0 0 0,0 1 0,-1 5 0,-4 12 0,1 0 0,1 1 0,-3 26 0,7-38 0,0 0 0,1 0 0,0-1 0,1 1 0,0 0 0,0 0 0,2-1 0,-1 1 0,4 9 0,-5-17 0,0 0 0,1-1 0,-1 1 0,0-1 0,1 0 0,-1 1 0,1-1 0,0 0 0,-1 0 0,1 0 0,0 0 0,1 0 0,-1 0 0,0-1 0,0 1 0,1-1 0,-1 1 0,1-1 0,-1 0 0,1 0 0,-1 0 0,1 0 0,0-1 0,0 1 0,-1-1 0,1 0 0,0 1 0,0-1 0,0 0 0,-1-1 0,1 1 0,0 0 0,0-1 0,-1 0 0,6-1 0,1-2 0,0 1 0,-1-2 0,1 1 0,-1-1 0,0 0 0,0-1 0,-1 0 0,0 0 0,9-10 0,-3 0 0,-1 0 0,-1-1 0,0 0 0,-2-1 0,15-37 0,-5 14 0,-19 40 0,1-1 0,-1 1 0,1 0 0,0 0 0,-1 0 0,1 0 0,0 0 0,0 0 0,-1 0 0,1 0 0,0 1 0,0-1 0,0 0 0,0 0 0,0 1 0,1-1 0,-1 1 0,0-1 0,0 1 0,0-1 0,0 1 0,1 0 0,-1-1 0,0 1 0,0 0 0,1 0 0,-1 0 0,0 0 0,0 0 0,1 0 0,-1 0 0,0 1 0,0-1 0,0 0 0,1 1 0,-1-1 0,0 1 0,0-1 0,0 1 0,0-1 0,2 2 0,5 4 0,0-1 0,0 1 0,0 1 0,8 8 0,-11-11 0,118 127 0,-76-78 0,71 62 0,-117-114 0,0 0 0,1 0 0,-1 0 0,0 0 0,0 0 0,1 0 0,-1-1 0,1 1 0,-1 0 0,1-1 0,-1 1 0,1-1 0,-1 1 0,1-1 0,-1 0 0,1 0 0,2 0 0,-3 0 0,0 0 0,0-1 0,-1 1 0,1 0 0,0-1 0,0 1 0,0-1 0,-1 1 0,1-1 0,0 0 0,0 1 0,-1-1 0,1 0 0,-1 1 0,1-1 0,-1 0 0,1 0 0,-1 0 0,1 0 0,-1 1 0,1-3 0,1-3 0,-1 0 0,0 0 0,0-1 0,0 1 0,-1-1 0,0 1 0,-1-8 0,-3-20 0,-2 1 0,-12-36 0,10 41 0,1 0 0,1-1 0,-3-58 0,9 78 0,0 1 0,1-1 0,0 0 0,0 1 0,1-1 0,1 0 0,-1 1 0,1 0 0,1 0 0,-1 0 0,1 0 0,1 0 0,-1 1 0,1-1 0,1 1 0,-1 1 0,12-11 0,-10 10 0,0 1 0,1 0 0,-1 1 0,1-1 0,1 1 0,-1 1 0,1 0 0,-1 0 0,1 1 0,1 0 0,-1 0 0,0 1 0,0 0 0,1 1 0,-1 0 0,17 0 0,-12 3 0,0 0 0,-1 0 0,1 1 0,-1 1 0,0 0 0,0 1 0,0 0 0,-1 1 0,0 0 0,22 16 0,-9-2 0,-1 1 0,-1 0 0,-1 2 0,20 26 0,1 1 0,-42-49 0,0 1 0,1 0 0,-1-1 0,0 1 0,1-1 0,-1 0 0,1 1 0,-1-1 0,1 0 0,-1 0 0,1 0 0,0 0 0,0 0 0,-1 0 0,1-1 0,0 1 0,0-1 0,0 1 0,0-1 0,0 1 0,0-1 0,0 0 0,0 0 0,0 0 0,0 0 0,0-1 0,0 1 0,0 0 0,0-1 0,-1 1 0,1-1 0,0 0 0,0 0 0,0 0 0,-1 0 0,1 0 0,0 0 0,-1 0 0,1 0 0,-1 0 0,1-1 0,-1 1 0,2-3 0,7-8 0,-1-1 0,-1 0 0,0-1 0,11-25 0,-1 3 0,-1 6 0,72-137 0,-80 148 0,-1-1 0,-1-1 0,-1 1 0,-1-1 0,-1 0 0,3-38 0,-8 55 0,1 0 0,0 0 0,-1 0 0,0 0 0,0 0 0,0 0 0,-1 0 0,0 0 0,1 0 0,-1 0 0,0 1 0,-1-1 0,1 1 0,-1-1 0,1 1 0,-1 0 0,0 0 0,0 0 0,0 1 0,-1-1 0,1 1 0,-1-1 0,1 1 0,-1 0 0,0 1 0,0-1 0,0 0 0,0 1 0,0 0 0,0 0 0,0 1 0,0-1 0,0 1 0,0-1 0,-1 1 0,1 1 0,0-1 0,0 1 0,0-1 0,0 1 0,0 0 0,0 1 0,0-1 0,0 1 0,0-1 0,0 1 0,1 0 0,-1 1 0,1-1 0,-1 1 0,-3 3 0,0 3 0,0-1 0,0 1 0,1 1 0,1-1 0,-1 1 0,2 0 0,-1 1 0,1-1 0,1 1 0,0 0 0,-3 17 0,3-10 0,1 0 0,0 1 0,2-1 0,0 0 0,1 1 0,4 22 0,-4-34 0,1-1 0,0-1 0,1 1 0,-1 0 0,1 0 0,0-1 0,1 0 0,-1 0 0,1 0 0,0 0 0,1 0 0,-1-1 0,1 1 0,-1-1 0,1-1 0,1 1 0,-1-1 0,0 1 0,1-1 0,0-1 0,0 1 0,-1-1 0,1 0 0,9 1 0,10 3 0,0-2 0,0-1 0,0-1 0,43-1 0,-17-4 24,0-1 0,0-3 0,-1-3 0,57-17 0,-23-1-767,126-61 1,-187 78-6084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21.717"/>
    </inkml:context>
    <inkml:brush xml:id="br0">
      <inkml:brushProperty name="width" value="0.05" units="cm"/>
      <inkml:brushProperty name="height" value="0.05" units="cm"/>
      <inkml:brushProperty name="color" value="#004F8B"/>
    </inkml:brush>
  </inkml:definitions>
  <inkml:trace contextRef="#ctx0" brushRef="#br0">0 230 24575,'1'11'0,"1"0"0,0 0 0,1-1 0,0 1 0,1-1 0,0 1 0,10 16 0,4 6 0,26 36 0,-29-49 0,1 0 0,1 0 0,0-2 0,2 0 0,22 17 0,-31-28 0,-1 0 0,1 0 0,0-1 0,1-1 0,0 0 0,0 0 0,0-1 0,0 0 0,0-1 0,1-1 0,0 0 0,-1 0 0,18 0 0,-22-3 0,0 0 0,0 0 0,0-1 0,0 0 0,0 0 0,0 0 0,0-1 0,-1 0 0,1-1 0,-1 1 0,0-1 0,0 0 0,0-1 0,-1 1 0,0-1 0,1 0 0,-2-1 0,1 1 0,-1-1 0,1 0 0,-2 0 0,6-10 0,2-7 0,-1 0 0,-1 0 0,-1-1 0,-2 0 0,6-31 0,-4 5 0,-3-1 0,-2 0 0,-1-1 0,-8-58 0,6 105 0,-1-28 0,1 33 0,0 0 0,0 1 0,0-1 0,0 0 0,0 1 0,1-1 0,-1 0 0,0 0 0,0 1 0,1-1 0,-1 0 0,0 0 0,0 1 0,1-1 0,-1 0 0,0 0 0,1 0 0,-1 1 0,0-1 0,1 0 0,-1 0 0,0 0 0,1 0 0,-1 0 0,0 0 0,1 0 0,-1 0 0,1 0 0,-1 0 0,0 0 0,1 0 0,-1 0 0,0 0 0,1 0 0,-1 0 0,0 0 0,1-1 0,-1 1 0,0 0 0,1 0 0,-1 0 0,0-1 0,0 1 0,1 0 0,-1 0 0,0-1 0,0 1 0,1 0 0,-1 0 0,0-1 0,0 1 0,0 0 0,1-1 0,-1 1 0,0 0 0,0-1 0,0 1 0,0 0 0,0-1 0,0 1 0,0 0 0,0-1 0,0 1 0,0 0 0,0-1 0,0 1 0,0 0 0,0-1 0,22 25 0,26 40 0,7 8 0,7-3-21,-22-26-651,46 64 0,-74-89-6154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22.526"/>
    </inkml:context>
    <inkml:brush xml:id="br0">
      <inkml:brushProperty name="width" value="0.05" units="cm"/>
      <inkml:brushProperty name="height" value="0.05" units="cm"/>
      <inkml:brushProperty name="color" value="#004F8B"/>
    </inkml:brush>
  </inkml:definitions>
  <inkml:trace contextRef="#ctx0" brushRef="#br0">0 235 24575,'1'7'0,"0"0"0,0 0 0,1 0 0,0 0 0,0 0 0,1-1 0,4 9 0,2 8 0,190 427 0,-150-362 0,3-2 0,122 151 0,-169-230 0,17 19 0,-14-23 0,-6-14 0,-7-18 0,-2-1 0,-1 2 0,-2-1 0,-14-30 0,5 12 0,-195-413 0,19 48 0,192 406 0,0-1 0,0 0 0,1 0 0,1 0 0,-1 0 0,1 0 0,0 0 0,0-8 0,1 13 0,1 0 0,-1 1 0,0-1 0,1 0 0,0 0 0,-1 0 0,1 0 0,0 1 0,0-1 0,0 0 0,0 1 0,0-1 0,0 0 0,1 1 0,-1 0 0,0-1 0,1 1 0,-1 0 0,1 0 0,0 0 0,-1 0 0,1 0 0,0 0 0,0 0 0,-1 0 0,1 1 0,0-1 0,0 1 0,0-1 0,0 1 0,0 0 0,3 0 0,5-2 0,0 2 0,0-1 0,-1 1 0,1 1 0,0-1 0,-1 2 0,1-1 0,0 1 0,-1 1 0,0 0 0,0 0 0,1 1 0,-2 0 0,1 0 0,15 11 0,-18-10 0,0 1 0,0-1 0,0 1 0,-1 0 0,1 1 0,-2-1 0,1 1 0,-1 0 0,0 0 0,0 1 0,-1-1 0,0 1 0,0-1 0,-1 1 0,0 0 0,0 0 0,-1 0 0,1 17 0,-1-19 0,-1 1 0,-1-1 0,1 0 0,-1 1 0,0-1 0,0 0 0,-1 1 0,1-1 0,-6 11 0,5-14 0,0 0 0,0 0 0,-1 0 0,1 0 0,-1 0 0,0 0 0,0-1 0,0 1 0,0-1 0,0 0 0,0 1 0,-1-2 0,1 1 0,-1 0 0,1-1 0,-1 1 0,-4 0 0,-69 30-690,69-28 15,-14 6-6151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26.484"/>
    </inkml:context>
    <inkml:brush xml:id="br0">
      <inkml:brushProperty name="width" value="0.05" units="cm"/>
      <inkml:brushProperty name="height" value="0.05" units="cm"/>
      <inkml:brushProperty name="color" value="#004F8B"/>
    </inkml:brush>
  </inkml:definitions>
  <inkml:trace contextRef="#ctx0" brushRef="#br0">1134 4400 24575,'56'-21'0,"62"-32"0,-2 0 0,483-155-1329,16 41-433,297-60-285,259-68 2143,-14-47-1492,-446 67 417,-30-35 786,252-105 1119,637-198 3953,-958 352-3976,-449 178-452,250-169 0,-410 251-451,0-1 0,-1 1 0,1-1 0,0 0 0,-1 0 0,1 0 0,-1 0 0,0-1 0,0 1 0,0-1 0,0 1 0,0-1 0,0 0 0,-1 0 0,1 1 0,-1-1 0,0 0 0,0 0 0,0-1 0,0 1 0,-1 0 0,1 0 0,-1 0 0,1 0 0,-1-1 0,0 1 0,-1 0 0,1 0 0,-1-1 0,1 1 0,-1 0 0,0 0 0,0 0 0,-3-6 0,-10-23 0,-1 1 0,-2 1 0,-1 0 0,-40-50 0,24 33 0,-159-250 0,109 161 0,82 133 0,1 0 0,-1 0 0,0 1 0,0-1 0,0 1 0,0-1 0,-1 1 0,1 0 0,0-1 0,-1 1 0,0 1 0,1-1 0,-1 0 0,0 1 0,0-1 0,0 1 0,0 0 0,0 0 0,-4-1 0,1 2 0,-1 0 0,1 1 0,-1 0 0,1 0 0,0 0 0,-1 1 0,1 0 0,0 0 0,-7 4 0,-231 106 0,-415 144-1091,-24-37-774,-943 252-540,-170 53 511,1102-290 2788,9 51 1,614-251-945,-895 405 1801,698-333-1285,-470 121-1,194-126 1396,226-48-1711,-713 169 673,1019-220-823,1 1 0,1 1 0,-1 0 0,0 0 0,1 1 0,-15 9 0,23-12 0,0 0 0,0 0 0,0 0 0,0 0 0,0 0 0,0 1 0,1-1 0,-1 0 0,1 1 0,-1-1 0,1 1 0,0 0 0,0-1 0,0 1 0,1 0 0,-1 0 0,1 0 0,-1-1 0,1 1 0,0 0 0,0 0 0,0 0 0,1 0 0,-1-1 0,0 1 0,1 0 0,0 0 0,0 0 0,0-1 0,1 4 0,9 21 0,2 0 0,0-1 0,25 35 0,60 73 0,-69-96 0,191 239 0,-209-259 0,0 0 0,-1 1 0,-1 1 0,-1-1 0,8 27 0,16 39 0,23 50 0,-13-29 0,-40-103 0,0 0 0,0 0 0,0 0 0,0 0 0,0-1 0,1 1 0,-1-1 0,1 1 0,0-1 0,0 0 0,0 0 0,0 0 0,0 0 0,0-1 0,0 1 0,1-1 0,-1 0 0,1 0 0,-1 0 0,1 0 0,-1-1 0,1 1 0,5-1 0,10 0 0,0 0 0,0-1 0,23-5 0,-28 4 0,125-23 0,-2-6 0,137-50 0,-227 65-682,56-28-1,-58 20-6143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28.203"/>
    </inkml:context>
    <inkml:brush xml:id="br0">
      <inkml:brushProperty name="width" value="0.05" units="cm"/>
      <inkml:brushProperty name="height" value="0.05" units="cm"/>
      <inkml:brushProperty name="color" value="#004F8B"/>
    </inkml:brush>
  </inkml:definitions>
  <inkml:trace contextRef="#ctx0" brushRef="#br0">0 1016 24575,'6'-1'0,"0"0"0,0 0 0,-1 0 0,1-1 0,-1 0 0,1 0 0,7-5 0,13-4 0,981-298 0,-22-5 0,-435 87 0,-508 209 0,45-11 0,-54 19 0,-1-1 0,0-2 0,33-17 0,-48 16 0,-17 14 0,0 0 0,0-1 0,0 1 0,0 0 0,0 0 0,1 0 0,-1-1 0,0 1 0,0 0 0,0 0 0,0 0 0,0-1 0,0 1 0,0 0 0,0 0 0,0-1 0,0 1 0,0 0 0,0 0 0,0-1 0,0 1 0,0 0 0,0 0 0,0 0 0,0-1 0,0 1 0,0 0 0,0 0 0,-1-1 0,1 1 0,0 0 0,0 0 0,0 0 0,0 0 0,0-1 0,-1 1 0,1 0 0,0 0 0,-1 0 0,-2-1 0,0 0 0,0 0 0,0 1 0,-1-1 0,1 1 0,0 0 0,-1 0 0,1 0 0,0 0 0,0 1 0,-4 0 0,-62 14 0,-107 37 0,102-28 0,17-7 0,-24 7 0,-136 61 0,215-84 0,0 0 0,0 0 0,0 0 0,0 0 0,0 0 0,0 1 0,0-1 0,1 1 0,-1 0 0,-2 2 0,4-4 0,0 1 0,0-1 0,0 1 0,-1-1 0,1 0 0,0 1 0,0-1 0,0 0 0,0 1 0,0-1 0,0 0 0,0 1 0,0-1 0,0 1 0,0-1 0,0 0 0,0 1 0,0-1 0,1 0 0,-1 1 0,0-1 0,0 0 0,0 1 0,0-1 0,1 0 0,-1 1 0,0-1 0,0 0 0,1 1 0,-1-1 0,0 0 0,0 0 0,1 1 0,-1-1 0,0 0 0,1 0 0,4 2 0,-1 0 0,1 0 0,-1-1 0,1 0 0,0 0 0,0 0 0,9 0 0,24 0 0,0-2 0,0-1 0,43-9 0,114-30 0,-159 32 0,-25 7 0,-1-1 0,0 1 0,1 1 0,-1 0 0,16 1 0,-23 0 0,0 1 0,1-1 0,-1 1 0,0 0 0,0 0 0,1 0 0,-1 1 0,0-1 0,0 1 0,-1 0 0,1 0 0,0 0 0,0 0 0,-1 0 0,0 0 0,1 1 0,-1-1 0,0 1 0,0 0 0,2 3 0,3 8 0,0-1 0,-2 1 0,1 0 0,-2 0 0,0 1 0,0-1 0,-2 1 0,2 22 0,-2 126 0,-3-118 0,0-6 0,2-15 0,-2-1 0,0 0 0,-8 37 0,8-58-68,1 1 0,-1-1-1,1 0 1,-1 1 0,0-1 0,0 0-1,0 0 1,0 0 0,-1 0 0,1 0-1,0 0 1,-1 0 0,1-1 0,-1 1-1,0 0 1,0-1 0,1 1-1,-1-1 1,-4 2 0,-14 4-6758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29.507"/>
    </inkml:context>
    <inkml:brush xml:id="br0">
      <inkml:brushProperty name="width" value="0.05" units="cm"/>
      <inkml:brushProperty name="height" value="0.05" units="cm"/>
      <inkml:brushProperty name="color" value="#004F8B"/>
    </inkml:brush>
  </inkml:definitions>
  <inkml:trace contextRef="#ctx0" brushRef="#br0">1675 3787 24575,'1'0'0,"0"-1"0,0 1 0,0-1 0,0 1 0,-1-1 0,1 1 0,0-1 0,0 0 0,-1 0 0,1 1 0,0-1 0,-1 0 0,1 0 0,-1 0 0,1 0 0,-1 1 0,0-1 0,1 0 0,-1 0 0,0 0 0,1 0 0,-1 0 0,0 0 0,0 0 0,0 0 0,0 0 0,0 0 0,0 0 0,0 0 0,0 0 0,-1-2 0,-3-37 0,4 39 0,-17-79 0,-3 1 0,-40-101 0,24 78 0,-194-490-303,-33 11-206,82 187 354,-93-317 639,51-13-1,223 723-483,0 0 0,-1 0 0,1 0 0,0 0 0,-1 0 0,1 0 0,-1 0 0,1 0 0,-1 0 0,1 0 0,-1 0 0,0 0 0,1 0 0,-1 0 0,0 0 0,-1 0 0,2 1 0,-1 0 0,1 0 0,-1 0 0,1 0 0,0 0 0,-1 0 0,1 0 0,-1 0 0,1 0 0,0 0 0,-1 1 0,1-1 0,-1 0 0,1 0 0,0 0 0,-1 1 0,1-1 0,0 0 0,-1 1 0,1-1 0,0 0 0,0 0 0,-1 1 0,1-1 0,0 0 0,0 1 0,0-1 0,-1 1 0,-17 44 0,16-36 0,-102 296 0,-100 331 0,189-588 0,-2 8 0,18-52 0,2-8 0,16-30 0,155-320 0,203-389 0,-364 720 0,2-6 0,2 0 0,0 2 0,2 0 0,36-41 0,-52 65 0,-1 1 0,1-1 0,0 1 0,0-1 0,0 1 0,1 0 0,-1 0 0,0 1 0,1-1 0,-1 1 0,1 0 0,0-1 0,-1 2 0,1-1 0,0 0 0,0 1 0,-1 0 0,1-1 0,0 2 0,0-1 0,-1 0 0,1 1 0,0-1 0,5 3 0,5 2 0,-1 1 0,0 1 0,0 0 0,0 0 0,12 10 0,-20-13 0,307 241 91,-201-152-819,165 107 0,-251-185-6098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4.336"/>
    </inkml:context>
    <inkml:brush xml:id="br0">
      <inkml:brushProperty name="width" value="0.05" units="cm"/>
      <inkml:brushProperty name="height" value="0.05" units="cm"/>
      <inkml:brushProperty name="color" value="#004F8B"/>
    </inkml:brush>
  </inkml:definitions>
  <inkml:trace contextRef="#ctx0" brushRef="#br0">390 7055 24575,'0'-116'0,"18"-144"0,46-230 0,-47 246 0,-9 91 0,9-111 0,20-234 0,10-397 0,-35 140 0,-5 279 0,-4 72 0,42-167 0,2-90 0,-47 658 0,13-436 0,-3-130 0,-11 371 0,1 197 0,0 1 0,1-1 0,-1 1 0,0-1 0,0 1 0,0-1 0,0 0 0,0 1 0,0-1 0,0 0 0,0 1 0,0-1 0,-1 1 0,1-1 0,0 1 0,0-1 0,0 0 0,-1 1 0,1-1 0,0 1 0,-1-1 0,1 1 0,0-1 0,-1 1 0,1-1 0,-1 1 0,1 0 0,-1-1 0,1 1 0,-1 0 0,1-1 0,-1 1 0,-17 10 0,-21 40 0,34-43 0,-348 523 0,336-504 0,-38 63 0,-56 81 0,108-167 0,5-11 0,11-18 0,187-287 0,-120 197 0,107-209 0,-170 277 0,-14 39 0,-1 0 0,1 1 0,0 0 0,1-1 0,0 1 0,0 0 0,1 1 0,5-8 0,-8 14 0,-1 0 0,0 0 0,1 0 0,-1 0 0,1 1 0,-1-1 0,1 0 0,-1 1 0,1-1 0,-1 1 0,1 0 0,0-1 0,-1 1 0,1 0 0,-1 0 0,1 0 0,0 0 0,-1 0 0,1 0 0,0 1 0,2 0 0,35 13 0,-33-11 0,38 18 0,-2 3 0,0 0 0,69 57 0,105 110 0,-131-112 0,48 44 0,185 223 0,-307-325 0,-11-21 0,0 0 0,0 1 0,0-1 0,0 0 0,0 0 0,0 1 0,-1-1 0,1 0 0,0 0 0,0 1 0,0-1 0,-1 0 0,1 0 0,0 0 0,0 0 0,0 1 0,-1-1 0,1 0 0,0 0 0,0 0 0,-1 0 0,1 0 0,0 0 0,-1 0 0,1 1 0,0-1 0,0 0 0,-1 0 0,1 0 0,0 0 0,-1 0 0,1 0 0,0 0 0,0-1 0,-1 1 0,1 0 0,0 0 0,-1 0 0,-4-1 0,1-1 0,-1 1 0,1-1 0,-1 0 0,1-1 0,0 1 0,-5-4 0,-43-37 0,2-3 0,-64-75 0,54 56 0,-343-362 0,391 413 0,6 8 0,0-1 0,0 1 0,-1 0 0,-11-9 0,16 14 0,0 0 0,0 0 0,0 0 0,0 0 0,0 0 0,0 0 0,0 1 0,-1-1 0,1 1 0,0 0 0,0-1 0,-1 1 0,1 0 0,0 0 0,0 0 0,0 1 0,-1-1 0,1 1 0,0-1 0,0 1 0,0 0 0,-4 1 0,-6 6 0,1-1 0,1 1 0,-1 1 0,1 0 0,1 0 0,0 1 0,0 0 0,-9 15 0,1-4 0,-715 997 0,691-960 0,27-44 0,7-14 0,7-2 0,0-1 0,0 1 0,0 0 0,0-1 0,0 1 0,0 0 0,0 0 0,1-1 0,-1 1 0,1 0 0,1-3 0,36-97 0,93-181 0,-96 212 0,255-511 0,-286 573 0,0 1 0,-1 0 0,1 0 0,1 0 0,0 1 0,0 0 0,6-8 0,-9 14 0,-1 0 0,1 0 0,-1 0 0,0 0 0,1 0 0,0 0 0,-1 1 0,1-1 0,-1 0 0,1 1 0,0-1 0,0 1 0,-1 0 0,1-1 0,0 1 0,0 0 0,-1 0 0,1 0 0,0 0 0,0 1 0,-1-1 0,1 0 0,0 1 0,-1-1 0,1 1 0,0 0 0,-1-1 0,1 1 0,-1 0 0,1 0 0,-1 0 0,1 0 0,-1 0 0,3 3 0,23 20 0,-1 1 0,28 35 0,23 23 0,-42-51 0,1-1 0,2-1 0,1-2 0,1-2 0,1-2 0,1-2 0,1-1 0,1-2 0,1-3 0,1-1 0,83 16 0,-49-27-1365,-58-4-5461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5.172"/>
    </inkml:context>
    <inkml:brush xml:id="br0">
      <inkml:brushProperty name="width" value="0.05" units="cm"/>
      <inkml:brushProperty name="height" value="0.05" units="cm"/>
      <inkml:brushProperty name="color" value="#004F8B"/>
    </inkml:brush>
  </inkml:definitions>
  <inkml:trace contextRef="#ctx0" brushRef="#br0">1281 68 24575,'0'-1'0,"-1"0"0,1 0 0,-1 0 0,0 0 0,1 0 0,-1 0 0,0 0 0,0 0 0,0 0 0,0 0 0,0 1 0,0-1 0,0 0 0,0 0 0,0 1 0,0-1 0,0 1 0,0-1 0,-1 1 0,1 0 0,0-1 0,-2 1 0,-37-9 0,35 8 0,-98-17 0,-1 6 0,-1 3 0,-125 7 0,210 3 0,0 0 0,0 1 0,0 2 0,1 0 0,0 0 0,-1 2 0,2 1 0,-1 0 0,1 1 0,0 1 0,0 1 0,1 0 0,1 1 0,0 1 0,0 1 0,1 0 0,1 1 0,0 0 0,-22 32 0,1 7 0,2 2 0,3 1 0,2 1 0,-28 83 0,27-52 0,4 1 0,-19 133 0,35-166 0,4 1 0,1 78 0,5-114 0,1 1 0,1-1 0,0 0 0,2 0 0,0 0 0,2-1 0,0 1 0,1-1 0,16 27 0,-12-28 0,1-2 0,1 1 0,1-2 0,0 0 0,1 0 0,0-1 0,1-2 0,1 1 0,0-2 0,1 0 0,1-2 0,-1 0 0,1-1 0,1-1 0,0 0 0,0-2 0,1-1 0,-1 0 0,1-2 0,0 0 0,0-2 0,0 0 0,0-1 0,0-2 0,0 0 0,0-1 0,0-1 0,-1-2 0,40-14 0,-22 5 0,-1-2 0,-1-2 0,52-35 0,-72 43 0,0-2 0,-1 0 0,0-1 0,-1-1 0,0 0 0,-2-1 0,0-1 0,22-35 0,-33 49 6,0-1 0,-1 1 0,1-1 0,-1 0 0,1 0 0,-1 1 0,0-1 0,-1 0 0,1 0 0,-1 0 0,1 0 0,-1 0 0,-1 0 0,1 0 0,0 0 0,-1 0 0,0 0 0,0 0 0,-2-6 0,1 7-84,0-1 0,-1 1 0,1 0-1,-1-1 1,0 1 0,0 0 0,0 1 0,0-1 0,0 0-1,-1 1 1,1 0 0,-1 0 0,0 0 0,1 0 0,-1 1-1,0-1 1,0 1 0,-7-1 0,-6-2-6748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5.470"/>
    </inkml:context>
    <inkml:brush xml:id="br0">
      <inkml:brushProperty name="width" value="0.05" units="cm"/>
      <inkml:brushProperty name="height" value="0.05" units="cm"/>
      <inkml:brushProperty name="color" value="#004F8B"/>
    </inkml:brush>
  </inkml:definitions>
  <inkml:trace contextRef="#ctx0" brushRef="#br0">1 1 24575,'0'8'0,"0"14"0,0 22 0,4 24 0,1 16 0,4 17 0,0 10 0,2 10 0,4 0 0,-1-9 0,1-12 0,-2-15 0,-3-14 0,-4-15 0,-2-10 0,2-8 0,-1-7 0,0-9-8191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5.970"/>
    </inkml:context>
    <inkml:brush xml:id="br0">
      <inkml:brushProperty name="width" value="0.05" units="cm"/>
      <inkml:brushProperty name="height" value="0.05" units="cm"/>
      <inkml:brushProperty name="color" value="#004F8B"/>
    </inkml:brush>
  </inkml:definitions>
  <inkml:trace contextRef="#ctx0" brushRef="#br0">108 10 24575,'-3'0'0,"-1"0"0,1 1 0,0-1 0,0 1 0,-1 0 0,1 0 0,0 1 0,0-1 0,0 0 0,0 1 0,0 0 0,1 0 0,-1 0 0,0 0 0,1 0 0,-1 0 0,1 1 0,0-1 0,0 1 0,0 0 0,0-1 0,0 1 0,1 0 0,-1 0 0,0 4 0,-5 10 0,1-1 0,1 1 0,-4 27 0,7-33 0,-2 7 0,1 2 0,1-1 0,1 0 0,1 0 0,0 0 0,2 1 0,0-1 0,8 33 0,-8-45 0,0 0 0,1 0 0,-1 0 0,1-1 0,1 1 0,-1-1 0,1 1 0,0-1 0,1 0 0,-1-1 0,1 1 0,0-1 0,1 0 0,-1 0 0,1 0 0,0-1 0,0 0 0,0 0 0,1-1 0,-1 0 0,1 0 0,0 0 0,0-1 0,0 0 0,0 0 0,8 0 0,-6-1 0,0 0 0,0-1 0,0 0 0,0-1 0,0 0 0,0 0 0,0-1 0,0 0 0,-1-1 0,1 0 0,-1 0 0,1-1 0,-1 0 0,0 0 0,-1-1 0,1 0 0,-1 0 0,0-1 0,0 0 0,0 0 0,-1-1 0,0 1 0,-1-1 0,1-1 0,-1 1 0,5-10 0,-3 3 0,-1 1 0,0-1 0,0 0 0,-2 0 0,1 0 0,-2-1 0,0 0 0,-1 1 0,0-1 0,-1 0 0,-1 0 0,0 0 0,-2 0 0,1 0 0,-6-19 0,5 26-50,0 1-1,-1-1 1,0 1-1,0 0 0,0 0 1,-1 1-1,0-1 1,-1 1-1,0-1 1,0 1-1,0 1 0,0-1 1,-1 1-1,0 0 1,0 0-1,-1 1 1,1-1-1,-1 2 0,0-1 1,0 1-1,0 0 1,0 0-1,-1 1 1,1 0-1,-1 0 1,-10-1-1,-5 2-6775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6.511"/>
    </inkml:context>
    <inkml:brush xml:id="br0">
      <inkml:brushProperty name="width" value="0.05" units="cm"/>
      <inkml:brushProperty name="height" value="0.05" units="cm"/>
      <inkml:brushProperty name="color" value="#004F8B"/>
    </inkml:brush>
  </inkml:definitions>
  <inkml:trace contextRef="#ctx0" brushRef="#br0">0 0 24575,'2'10'0,"-1"0"0,1 0 0,1 0 0,0 0 0,0 0 0,1-1 0,0 0 0,8 12 0,0 4 0,26 56 0,4-2 0,3-1 0,86 112 0,-120-177 0,1 0 0,0-1 0,1-1 0,0 0 0,1 0 0,0-2 0,1 1 0,0-2 0,0 0 0,1-1 0,0 0 0,0-2 0,1 1 0,0-2 0,0 0 0,20 1 0,-10 0 0,42 5 0,-64-10 0,0 0 0,0 1 0,0-2 0,1 1 0,-1-1 0,0 1 0,0-1 0,0-1 0,0 1 0,5-3 0,-8 3 0,-1 1 0,0-1 0,0 1 0,0-1 0,0 1 0,0-1 0,0 0 0,0 1 0,0-1 0,0 0 0,0 0 0,0 0 0,0 0 0,0 0 0,-1 0 0,1 0 0,0 0 0,-1 0 0,1 0 0,-1-1 0,1 1 0,-1 0 0,0 0 0,1 0 0,-1-1 0,0 1 0,0 0 0,0 0 0,0-1 0,0 1 0,0 0 0,0 0 0,-1-1 0,1 1 0,0 0 0,0 0 0,-1 0 0,1-1 0,-1 1 0,0 0 0,1 0 0,-2-2 0,-1 0 0,1 0 0,-1 0 0,0 1 0,1-1 0,-1 1 0,-1 0 0,1-1 0,0 1 0,0 1 0,-1-1 0,1 0 0,-1 1 0,-5-2 0,-2 1 10,0 1 0,1 0 0,-1 0 0,0 1 0,0 1 0,1-1 0,-1 2 0,0 0 0,1 0 0,0 1 0,-19 7 0,14-3-196,0 0 1,0 0-1,1 2 0,1 0 1,0 0-1,0 1 1,-14 14-1,5 0-6640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7.053"/>
    </inkml:context>
    <inkml:brush xml:id="br0">
      <inkml:brushProperty name="width" value="0.05" units="cm"/>
      <inkml:brushProperty name="height" value="0.05" units="cm"/>
      <inkml:brushProperty name="color" value="#004F8B"/>
    </inkml:brush>
  </inkml:definitions>
  <inkml:trace contextRef="#ctx0" brushRef="#br0">111 16 24575,'0'-1'0,"0"0"0,0 1 0,0-1 0,0 0 0,0 1 0,0-1 0,-1 1 0,1-1 0,0 0 0,0 1 0,-1-1 0,1 1 0,0-1 0,-1 0 0,1 1 0,-1-1 0,1 1 0,-1-1 0,1 1 0,-1 0 0,1-1 0,-1 1 0,1-1 0,-1 1 0,0 0 0,1 0 0,-1-1 0,0 1 0,1 0 0,-1 0 0,1 0 0,-1 0 0,0 0 0,1-1 0,-1 1 0,0 0 0,-1 1 0,0-1 0,0 0 0,0 0 0,0 0 0,0 1 0,0-1 0,0 1 0,0-1 0,0 1 0,0 0 0,1 0 0,-4 1 0,0 4 0,-1-1 0,1 1 0,0 0 0,0 0 0,1 1 0,0 0 0,0-1 0,0 2 0,1-1 0,0 0 0,1 0 0,-4 16 0,2-7 0,2 0 0,0 0 0,0 1 0,1-1 0,3 20 0,-2-32 0,0 0 0,1-1 0,-1 1 0,1 0 0,0-1 0,0 1 0,1-1 0,-1 1 0,1-1 0,-1 0 0,1 1 0,0-1 0,0 0 0,1 0 0,-1 0 0,1-1 0,-1 1 0,6 4 0,-6-6 0,1 0 0,-1-1 0,0 1 0,1 0 0,-1 0 0,0-1 0,1 0 0,-1 1 0,1-1 0,-1 0 0,1 0 0,-1 0 0,1-1 0,-1 1 0,0 0 0,1-1 0,-1 0 0,1 1 0,-1-1 0,0 0 0,0 0 0,0-1 0,1 1 0,-1 0 0,0-1 0,0 1 0,-1-1 0,1 0 0,2-2 0,4-5 0,0-1 0,0 0 0,-1 0 0,-1-1 0,0 0 0,0 0 0,-1 0 0,7-23 0,-8 21 0,1 0 0,1 0 0,0 0 0,1 1 0,0 0 0,10-13 0,-16 24 0,1 0 0,-1 0 0,0 0 0,1 0 0,-1 0 0,0 0 0,1 1 0,-1-1 0,1 0 0,-1 1 0,1-1 0,-1 1 0,1 0 0,0-1 0,-1 1 0,1 0 0,0 0 0,-1 0 0,1 0 0,-1 0 0,1 1 0,0-1 0,-1 0 0,1 1 0,-1-1 0,1 1 0,-1 0 0,1-1 0,-1 1 0,0 0 0,1 0 0,-1 0 0,0 0 0,1 0 0,-1 0 0,1 2 0,8 5 0,0 2 0,-1 0 0,11 14 0,-12-15 0,-2-1-227,1 0-1,1 0 1,-1-1-1,2 1 1,14 9-1,-1-5-6598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7.335"/>
    </inkml:context>
    <inkml:brush xml:id="br0">
      <inkml:brushProperty name="width" value="0.05" units="cm"/>
      <inkml:brushProperty name="height" value="0.05" units="cm"/>
      <inkml:brushProperty name="color" value="#004F8B"/>
    </inkml:brush>
  </inkml:definitions>
  <inkml:trace contextRef="#ctx0" brushRef="#br0">0 0 24575,'2'11'0,"0"0"0,0 0 0,1-1 0,1 1 0,0-1 0,0 0 0,1 0 0,0 0 0,1-1 0,10 15 0,4 8 0,331 612 0,-310-535-1365,-22-69-5461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8:38.251"/>
    </inkml:context>
    <inkml:brush xml:id="br0">
      <inkml:brushProperty name="width" value="0.05" units="cm"/>
      <inkml:brushProperty name="height" value="0.05" units="cm"/>
      <inkml:brushProperty name="color" value="#004F8B"/>
    </inkml:brush>
  </inkml:definitions>
  <inkml:trace contextRef="#ctx0" brushRef="#br0">1 145 24575,'1'67'0,"2"1"0,4-1 0,25 111 0,-22-141 0,1 0 0,2 0 0,2-1 0,1-1 0,2 0 0,1-2 0,42 57 0,-49-75 0,0-1 0,1-1 0,1 0 0,0-1 0,0 0 0,19 11 0,-29-20 0,0-1 0,0 0 0,0 1 0,0-1 0,0-1 0,1 1 0,-1-1 0,0 0 0,1 0 0,-1 0 0,1 0 0,0-1 0,-1 0 0,1 0 0,-1 0 0,1 0 0,-1-1 0,1 0 0,0 0 0,-1 0 0,0 0 0,1-1 0,-1 0 0,0 0 0,0 0 0,0 0 0,0-1 0,0 1 0,-1-1 0,6-5 0,5-7 0,-1 0 0,-1-1 0,-1 0 0,0-1 0,14-31 0,32-95 0,-49 123 0,31-110 0,-6 0 0,27-213 0,-60 338 0,1-1 0,0 1 0,0 0 0,1 0 0,-1-1 0,1 1 0,0 0 0,5-7 0,-7 11 0,1 0 0,-1 1 0,1-1 0,-1 1 0,1-1 0,0 1 0,-1-1 0,1 1 0,0-1 0,-1 1 0,1 0 0,0-1 0,0 1 0,-1 0 0,1 0 0,0-1 0,0 1 0,0 0 0,-1 0 0,1 0 0,0 0 0,0 0 0,0 0 0,2 1 0,-1-1 0,0 1 0,0 0 0,0 0 0,0 0 0,0 0 0,0 1 0,0-1 0,0 0 0,0 1 0,2 2 0,14 16 0,-2 1 0,0 0 0,-1 1 0,-1 1 0,17 39 0,-11-23 0,147 292 0,130 236 0,-272-528-1365,-8-15-5461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06.773"/>
    </inkml:context>
    <inkml:brush xml:id="br0">
      <inkml:brushProperty name="width" value="0.05" units="cm"/>
      <inkml:brushProperty name="height" value="0.05" units="cm"/>
      <inkml:brushProperty name="color" value="#004F8B"/>
    </inkml:brush>
  </inkml:definitions>
  <inkml:trace contextRef="#ctx0" brushRef="#br0">1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07.687"/>
    </inkml:context>
    <inkml:brush xml:id="br0">
      <inkml:brushProperty name="width" value="0.05" units="cm"/>
      <inkml:brushProperty name="height" value="0.05" units="cm"/>
      <inkml:brushProperty name="color" value="#004F8B"/>
    </inkml:brush>
  </inkml:definitions>
  <inkml:trace contextRef="#ctx0" brushRef="#br0">0 1 24575,'4'0'0,"9"4"0,14 36 0,14 31 0,12 22 0,4 8 0,1 2 0,-2 10 0,-7-9 0,-11-8 0,-9-11 0,-5-22 0,-2-16 0,-10-17 0,-10-21 0,-13-23 0,-6-11-8191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08.300"/>
    </inkml:context>
    <inkml:brush xml:id="br0">
      <inkml:brushProperty name="width" value="0.05" units="cm"/>
      <inkml:brushProperty name="height" value="0.05" units="cm"/>
      <inkml:brushProperty name="color" value="#004F8B"/>
    </inkml:brush>
  </inkml:definitions>
  <inkml:trace contextRef="#ctx0" brushRef="#br0">65 187 24575,'1'-6'0,"0"0"0,0 0 0,0 1 0,1-1 0,0 0 0,0 1 0,0 0 0,1-1 0,0 1 0,0 0 0,0 0 0,1 0 0,-1 1 0,1-1 0,0 1 0,0 0 0,9-6 0,1-2 0,1 2 0,0 0 0,0 1 0,25-11 0,-28 15 0,1 0 0,-1 1 0,1 0 0,0 1 0,0 1 0,0 0 0,26-1 0,-31 4 0,0-1 0,0 1 0,0 0 0,0 1 0,-1 0 0,1 0 0,0 1 0,-1 0 0,0 0 0,1 1 0,-1-1 0,-1 2 0,1-1 0,7 7 0,-3-1 0,1 1 0,-2 1 0,0-1 0,0 2 0,-1-1 0,-1 1 0,0 1 0,0-1 0,-2 1 0,1 1 0,6 26 0,-10-29 0,0 0 0,-2-1 0,1 1 0,-2 0 0,1 0 0,-2 0 0,0 0 0,0-1 0,-1 1 0,0 0 0,-1-1 0,0 1 0,-1-1 0,-1 0 0,1 0 0,-8 10 0,0-2 10,-1 0 0,0-1 0,-2-1 0,0 0 0,0-2 0,-2 1 0,0-2 0,-1 0 0,0-1 0,-1-1 0,-31 15 0,23-15-175,-1-1 0,0-1 0,0-2 0,-1 0 0,0-2 0,0-1 0,0-2 0,-39 0 0,35-3-6661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16.277"/>
    </inkml:context>
    <inkml:brush xml:id="br0">
      <inkml:brushProperty name="width" value="0.05" units="cm"/>
      <inkml:brushProperty name="height" value="0.05" units="cm"/>
      <inkml:brushProperty name="color" value="#E71224"/>
    </inkml:brush>
  </inkml:definitions>
  <inkml:trace contextRef="#ctx0" brushRef="#br0">235 8132 24575,'-18'-48'0,"12"0"0,3 1 0,4-95 0,2 49 0,-5-269 0,5-293 0,31 315 0,0-27 0,-32-278 0,10-305 0,-5 405 0,-5 143 0,9 168 0,1-62 0,14-171 0,-6 166 0,25-72 0,-24 239 0,5-158 0,-15 89 0,1-15 0,-1-48 0,1-35 0,-10 206 0,0 35 0,-8-80 0,6 140 0,0 0 0,0-1 0,0 1 0,0 0 0,0 0 0,0 0 0,0 0 0,0 0 0,0 0 0,0-1 0,0 1 0,0 0 0,0 0 0,-1 0 0,1 0 0,0 0 0,0 0 0,0 0 0,0 0 0,0-1 0,0 1 0,0 0 0,-1 0 0,1 0 0,0 0 0,0 0 0,0 0 0,0 0 0,0 0 0,0 0 0,-1 0 0,1 0 0,0 0 0,0 0 0,0 0 0,0 0 0,0 0 0,-1 0 0,1 0 0,0 0 0,0 0 0,0 0 0,0 0 0,0 0 0,0 0 0,-1 1 0,1-1 0,0 0 0,0 0 0,0 0 0,0 0 0,0 0 0,0 0 0,0 0 0,0 0 0,0 1 0,-1-1 0,1 0 0,0 0 0,0 0 0,0 0 0,0 0 0,0 1 0,-12 13 0,-9 19 0,-189 369 0,189-354 0,-5 9 0,29-82 0,39-83 0,60-107 0,31-11 0,-111 189 0,-20 34 0,0-1 0,1 1 0,-1 0 0,1-1 0,0 1 0,-1 0 0,1 0 0,1 1 0,-1-1 0,0 1 0,1-1 0,-1 1 0,1 0 0,0 1 0,-1-1 0,1 0 0,0 1 0,0 0 0,0 0 0,0 0 0,7 0 0,-2 1 0,-1 1 0,1 0 0,-1 0 0,1 1 0,-1 0 0,1 1 0,-1 0 0,0 0 0,11 7 0,15 8 0,-2 3 0,0 0 0,-2 2 0,0 1 0,39 42 0,116 154 0,-89-70 0,-20-29 0,-255-335 0,134 162 0,-127-127 0,139 148 0,-2 2 0,-1 2 0,-58-33 0,90 57 0,-1 0 0,0 1 0,1-1 0,-1 1 0,0 0 0,0 1 0,0-1 0,0 1 0,-1 0 0,-7 0 0,9 1 0,1 1 0,0 0 0,0 0 0,0 0 0,0 0 0,0 0 0,0 1 0,0-1 0,1 1 0,-1 0 0,0 0 0,1 0 0,-1 0 0,1 0 0,0 1 0,0-1 0,0 1 0,0-1 0,-2 5 0,-27 41 0,-47 99 0,36-61 0,-369 649 0,527-899 0,147-159 0,-37 50 0,-159 186 0,-64 84 0,-1 1 0,1 0 0,0 0 0,0 0 0,0 1 0,0-1 0,0 1 0,0-1 0,0 1 0,0 0 0,0 0 0,1 1 0,-1-1 0,0 0 0,1 1 0,-1 0 0,0 0 0,1 0 0,-1 0 0,0 1 0,1-1 0,-1 1 0,0 0 0,5 2 0,10 3 0,-1 1 0,1 0 0,19 13 0,-22-12 0,251 152-1365,-238-140-5461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26.724"/>
    </inkml:context>
    <inkml:brush xml:id="br0">
      <inkml:brushProperty name="width" value="0.05" units="cm"/>
      <inkml:brushProperty name="height" value="0.05" units="cm"/>
      <inkml:brushProperty name="color" value="#E71224"/>
    </inkml:brush>
  </inkml:definitions>
  <inkml:trace contextRef="#ctx0" brushRef="#br0">1 1207 24575,'24'-2'0,"1"-1"0,-1-1 0,40-12 0,-6 2 0,246-44 0,-265 48 0,44-18 0,-50 15 0,0 3 0,41-9 0,815-201 0,-239 8 0,-431 137 0,-68 33 0,14-6 0,0-10 0,241-90 0,-138 28 0,-264 119 0,0-1 0,0 0 0,0-1 0,0 1 0,0-1 0,-1 1 0,7-7 0,-10 9 0,0 0 0,0 0 0,0 0 0,0-1 0,1 1 0,-1 0 0,0 0 0,0 0 0,0 0 0,0-1 0,0 1 0,0 0 0,0 0 0,0-1 0,0 1 0,1 0 0,-1 0 0,0 0 0,0-1 0,0 1 0,0 0 0,0 0 0,0-1 0,0 1 0,-1 0 0,1 0 0,0-1 0,0 1 0,0 0 0,0 0 0,0 0 0,0-1 0,0 1 0,0 0 0,-1 0 0,1 0 0,0-1 0,0 1 0,0 0 0,0 0 0,0 0 0,-1 0 0,1 0 0,0-1 0,0 1 0,0 0 0,-1 0 0,1 0 0,-30-1 0,-50 14 0,2 4 0,-79 28 0,45-13 0,-3-1 0,96-28 0,27-11 0,34-13 0,107-38 0,228-60 0,-373 117 0,0 1 0,1 0 0,-1 0 0,0 0 0,1 1 0,-1 0 0,1-1 0,-1 2 0,1-1 0,-1 0 0,0 1 0,1 0 0,-1 0 0,0 0 0,1 0 0,6 4 0,-8-2 0,1 0 0,-1 0 0,0 0 0,0 0 0,0 0 0,0 1 0,-1-1 0,1 1 0,-1 0 0,0 0 0,0 0 0,0 0 0,0 0 0,-1 0 0,0 0 0,2 8 0,2 31 0,0 0 0,-3 0 0,-2 0 0,-6 49 0,5-77 0,-3 26 0,-16 64 0,12-68 0,1 0 0,-3 48 0,10-81-136,0-1-1,0 1 1,-1-1-1,1 1 1,-1-1-1,0 1 1,0-1-1,0 1 0,-2 4 1,-7 5-6690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37.689"/>
    </inkml:context>
    <inkml:brush xml:id="br0">
      <inkml:brushProperty name="width" value="0.05" units="cm"/>
      <inkml:brushProperty name="height" value="0.05" units="cm"/>
      <inkml:brushProperty name="color" value="#E71224"/>
    </inkml:brush>
  </inkml:definitions>
  <inkml:trace contextRef="#ctx0" brushRef="#br0">687 67 24575,'-24'-1'0,"1"-1"0,-46-12 0,-9 0 0,-205-2 0,276 16 0,1 0 0,0 1 0,-1 0 0,1 0 0,0 1 0,0 0 0,0 0 0,0 0 0,0 1 0,0 0 0,1 0 0,-1 0 0,1 1 0,0 0 0,0 0 0,0 0 0,0 0 0,1 1 0,0 0 0,0 0 0,0 0 0,1 0 0,-6 10 0,-1 7 0,0 1 0,1 0 0,1 0 0,-8 44 0,7-25 0,3 1 0,0-1 0,3 1 0,3 50 0,0-76 0,2 1 0,0-1 0,1 1 0,1-1 0,0 0 0,1 0 0,1-1 0,1 0 0,0 0 0,1 0 0,1-1 0,20 27 0,-24-36 0,1 0 0,0-1 0,0 1 0,0-2 0,1 1 0,0-1 0,-1 0 0,1 0 0,1 0 0,-1-1 0,0-1 0,9 3 0,-3-2 0,1-1 0,0 0 0,-1-1 0,1 0 0,0-2 0,18-1 0,8-5 0,-1-1 0,-1-3 0,65-25 0,11-11 0,-2-5 0,-3-4 0,138-96 0,-236 145 0,9-7 0,-1-1 0,0 0 0,18-19 0,-34 31 0,1-1 0,0 0 0,-1 0 0,0 0 0,0-1 0,0 1 0,-1-1 0,0 0 0,1 1 0,-2-1 0,1 0 0,0 0 0,-1-1 0,0 1 0,0 0 0,-1 0 0,1 0 0,-1-1 0,-1-9 0,-3 1 0,1 1 0,-2 0 0,0 0 0,0 0 0,-1 1 0,-1 0 0,0 0 0,-1 0 0,0 1 0,-1 0 0,0 1 0,0 0 0,-1 0 0,-1 1 0,1 0 0,-1 1 0,-1 0 0,0 1 0,0 1 0,0-1 0,-22-6 0,9 4 0,1 2 0,-1 0 0,0 2 0,-1 1 0,1 0 0,-1 2 0,1 2 0,-1 0 0,0 1 0,-47 9 0,19 4 0,1 3 0,0 1 0,2 3 0,0 2 0,1 2 0,-67 47 0,105-64 0,7-6 0,1 0 0,-1 1 0,1-1 0,0 1 0,0 1 0,0-1 0,0 0 0,1 1 0,-1 0 0,1 0 0,0 0 0,0 0 0,-3 6 0,6-9 0,0-1 0,0 1 0,1 0 0,-1 0 0,0 0 0,0 0 0,1-1 0,-1 1 0,0 0 0,1 0 0,-1-1 0,1 1 0,-1 0 0,1 0 0,-1-1 0,1 1 0,-1-1 0,1 1 0,0 0 0,-1-1 0,1 1 0,0-1 0,0 1 0,-1-1 0,1 0 0,0 1 0,0-1 0,0 0 0,-1 0 0,1 1 0,1-1 0,15 5 0,0-1 0,0 0 0,1-1 0,-1-1 0,19 1 0,96-6 0,-98 2 0,164-9-682,218-40-1,-382 43-6143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38.226"/>
    </inkml:context>
    <inkml:brush xml:id="br0">
      <inkml:brushProperty name="width" value="0.05" units="cm"/>
      <inkml:brushProperty name="height" value="0.05" units="cm"/>
      <inkml:brushProperty name="color" value="#E71224"/>
    </inkml:brush>
  </inkml:definitions>
  <inkml:trace contextRef="#ctx0" brushRef="#br0">736 1 24575,'-1'2'0,"1"0"0,-1 0 0,0 1 0,1-1 0,-1 0 0,0 0 0,0 0 0,-1 1 0,1-1 0,0 0 0,-1-1 0,1 1 0,-4 3 0,-5 8 0,-48 65 0,-90 94 0,-84 59 0,34-34 0,197-196 0,-10 9 0,1 1 0,0 1 0,1-1 0,-12 21 0,20-30 0,0 0 0,0 1 0,-1-1 0,1 0 0,1 1 0,-1-1 0,0 0 0,1 1 0,-1-1 0,1 1 0,0-1 0,-1 1 0,1-1 0,1 1 0,-1-1 0,0 1 0,0-1 0,1 1 0,0-1 0,-1 1 0,1-1 0,0 0 0,0 1 0,0-1 0,1 0 0,-1 0 0,0 0 0,1 0 0,0 0 0,-1 0 0,1 0 0,0 0 0,4 2 0,10 5 0,0 0 0,1-1 0,0-1 0,0-1 0,1 0 0,0-1 0,29 4 0,13 4 0,-47-9-45,205 57 216,-168-44-668,-1 2 0,62 34 0,-94-44-6329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38.919"/>
    </inkml:context>
    <inkml:brush xml:id="br0">
      <inkml:brushProperty name="width" value="0.05" units="cm"/>
      <inkml:brushProperty name="height" value="0.05" units="cm"/>
      <inkml:brushProperty name="color" value="#E71224"/>
    </inkml:brush>
  </inkml:definitions>
  <inkml:trace contextRef="#ctx0" brushRef="#br0">299 25 24575,'-9'-5'0,"0"1"0,0 1 0,-1 0 0,1 0 0,-1 1 0,0 0 0,1 1 0,-1 0 0,0 0 0,0 1 0,0 0 0,0 1 0,-10 2 0,13-1 0,0-1 0,0 1 0,1 1 0,-1-1 0,1 1 0,0 0 0,-1 1 0,2-1 0,-1 1 0,0 0 0,1 1 0,-1-1 0,1 1 0,1 0 0,-1 1 0,1-1 0,0 1 0,0 0 0,-4 7 0,2 1 0,0 0 0,0 0 0,1 1 0,1 0 0,1 0 0,0 0 0,1 0 0,0 0 0,1 1 0,1-1 0,0 0 0,2 1 0,4 23 0,-6-37 0,1 1 0,-1-1 0,1 0 0,0 0 0,0 0 0,0 1 0,0-1 0,0 0 0,1 0 0,-1 0 0,1-1 0,-1 1 0,1 0 0,0-1 0,-1 1 0,1-1 0,0 1 0,0-1 0,0 0 0,0 0 0,0 0 0,1 0 0,-1 0 0,0 0 0,0 0 0,1-1 0,-1 1 0,0-1 0,1 0 0,-1 0 0,0 0 0,1 0 0,-1 0 0,0 0 0,1-1 0,-1 1 0,0-1 0,1 1 0,-1-1 0,0 0 0,0 0 0,0 0 0,4-2 0,1-1 0,1-1 0,-1 1 0,0-1 0,-1 0 0,1-1 0,-1 1 0,0-1 0,-1 0 0,1-1 0,-1 0 0,6-9 0,2-24 0,-12 34 0,0 1 0,1-1 0,0 1 0,0-1 0,0 1 0,0 0 0,1 0 0,0 0 0,0 0 0,5-7 0,-7 12 0,0 0 0,-1-1 0,1 1 0,0 0 0,-1 0 0,1-1 0,0 1 0,0 0 0,-1 0 0,1 0 0,0 0 0,0 0 0,-1 0 0,1 0 0,0 0 0,0 0 0,-1 0 0,1 0 0,0 1 0,-1-1 0,1 0 0,0 1 0,0-1 0,-1 0 0,1 1 0,-1-1 0,1 0 0,0 1 0,-1-1 0,2 2 0,17 20 0,-16-18 0,36 54 0,-2 2 0,46 104 0,-7-13 0,131 204-1365,-186-319-5461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39.454"/>
    </inkml:context>
    <inkml:brush xml:id="br0">
      <inkml:brushProperty name="width" value="0.05" units="cm"/>
      <inkml:brushProperty name="height" value="0.05" units="cm"/>
      <inkml:brushProperty name="color" value="#E71224"/>
    </inkml:brush>
  </inkml:definitions>
  <inkml:trace contextRef="#ctx0" brushRef="#br0">144 578 24575,'41'1'0,"-23"0"0,0 0 0,0-2 0,0 0 0,18-4 0,-31 4 0,0 0 0,-1 0 0,1-1 0,-1 0 0,1 0 0,-1 0 0,0 0 0,0-1 0,0 1 0,0-1 0,0 0 0,0-1 0,-1 1 0,0-1 0,1 1 0,-1-1 0,-1 0 0,1 0 0,3-7 0,0-4 0,0 0 0,-2 0 0,1 0 0,-2-1 0,0 0 0,-1 1 0,-1-1 0,-1-29 0,-1 18 0,-2 0 0,-1 1 0,-1-1 0,-12-36 0,14 53 0,0 0 0,-1 0 0,-1 1 0,1 0 0,-1 0 0,-1 0 0,0 0 0,0 1 0,0 0 0,-1 0 0,-1 0 0,1 1 0,-1 1 0,0-1 0,-1 1 0,1 0 0,-1 1 0,0 0 0,-1 0 0,1 1 0,-1 1 0,0-1 0,0 2 0,0-1 0,0 1 0,-1 1 0,1 0 0,0 0 0,-21 2 0,27-1 0,-1 1 0,1 0 0,0 0 0,0 0 0,0 0 0,-1 0 0,1 1 0,0 0 0,1 0 0,-1 0 0,0 0 0,1 1 0,-1 0 0,1-1 0,-5 6 0,4-3 0,-1 1 0,1 0 0,0 0 0,1 1 0,-1-1 0,1 1 0,0 0 0,-2 10 0,-1 9 0,2 0 0,0 0 0,1 51 0,3-75 0,-1 17-114,1 1 1,1-1-1,0 1 0,2-1 0,0 1 1,1-1-1,1 0 0,1-1 0,0 1 1,2-1-1,9 18 0,-7-21-6712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35.452"/>
    </inkml:context>
    <inkml:brush xml:id="br0">
      <inkml:brushProperty name="width" value="0.05" units="cm"/>
      <inkml:brushProperty name="height" value="0.05" units="cm"/>
      <inkml:brushProperty name="color" value="#E71224"/>
    </inkml:brush>
  </inkml:definitions>
  <inkml:trace contextRef="#ctx0" brushRef="#br0">1 2 24575,'51'-1'0,"-12"0"0,-1 2 0,43 6 0,-68-5 0,0 1 0,-1 0 0,1 1 0,-1 0 0,0 1 0,0 0 0,0 1 0,-1 1 0,0-1 0,12 11 0,-4 0 0,0 1 0,-2 0 0,0 1 0,-2 1 0,27 43 0,51 119 0,-69-130 0,1 7 0,28 105 0,-5-15 0,-41-132-1365,1-4-5461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36.367"/>
    </inkml:context>
    <inkml:brush xml:id="br0">
      <inkml:brushProperty name="width" value="0.05" units="cm"/>
      <inkml:brushProperty name="height" value="0.05" units="cm"/>
      <inkml:brushProperty name="color" value="#E71224"/>
    </inkml:brush>
  </inkml:definitions>
  <inkml:trace contextRef="#ctx0" brushRef="#br0">132 234 24575,'-2'0'0,"1"1"0,0 0 0,0 0 0,-1 0 0,1 1 0,0-1 0,0 0 0,0 0 0,0 1 0,1-1 0,-1 0 0,0 1 0,0-1 0,1 1 0,-1-1 0,1 1 0,0-1 0,-1 1 0,1 2 0,-1 0 0,-10 43 0,3 0 0,2 1 0,2 0 0,2 0 0,4 50 0,-2-82 0,1-1 0,0 1 0,2 0 0,-1 0 0,2-1 0,8 23 0,-10-33 0,0 0 0,0-1 0,1 1 0,0-1 0,-1 1 0,2-1 0,-1 0 0,0 0 0,1 0 0,0-1 0,0 1 0,0-1 0,0 0 0,0 0 0,1-1 0,-1 1 0,1-1 0,0 0 0,0 0 0,0 0 0,0-1 0,0 0 0,7 1 0,-4-1 0,0 0 0,1-1 0,-1 0 0,0-1 0,1 0 0,-1 0 0,0-1 0,0 0 0,0 0 0,0-1 0,0 0 0,-1 0 0,10-6 0,-6 2 0,0-1 0,0 0 0,-1-1 0,0 0 0,0-1 0,-1 0 0,13-18 0,-9 7 0,0 0 0,-2 0 0,0-1 0,-1 0 0,-2-1 0,0 0 0,-1-1 0,6-44 0,-9 36 0,-1-1 0,-2 1 0,-1-1 0,-1 1 0,-2-1 0,-8-33 0,9 56 0,0 0 0,-1 0 0,-1 0 0,0 1 0,0-1 0,-1 1 0,0 0 0,0 1 0,-1-1 0,0 1 0,-1 0 0,0 0 0,0 1 0,0 0 0,-1 0 0,0 1 0,-1 0 0,1 0 0,-1 1 0,0 0 0,0 1 0,-1 0 0,-13-4 0,15 6 0,-1 0 0,0 0 0,0 1 0,0 0 0,0 1 0,-1 0 0,1 1 0,0 0 0,0 0 0,0 1 0,0 0 0,1 0 0,-1 1 0,1 0 0,-1 1 0,1 0 0,0 0 0,0 0 0,0 1 0,1 1 0,0-1 0,0 1 0,-11 12 0,3 0 0,-1 0 0,2 1 0,1 1 0,0 0 0,1 1 0,2 0 0,-16 44 0,23-60 0,2 0 0,-1 1 0,0-1 0,1 1 0,0 0 0,0 11 0,1-15 0,1-1 0,-1 1 0,0 0 0,1 0 0,-1-1 0,1 1 0,0 0 0,0-1 0,-1 1 0,1 0 0,0-1 0,0 1 0,1-1 0,-1 0 0,0 1 0,0-1 0,1 0 0,-1 0 0,1 0 0,-1 1 0,1-2 0,-1 1 0,1 0 0,0 0 0,2 0 0,11 4 0,0 0 0,0-2 0,0 0 0,1-1 0,-1 0 0,1-1 0,0-1 0,20-2 0,126-22 0,-154 23 0,56-13-1365,-13 0-5461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44.205"/>
    </inkml:context>
    <inkml:brush xml:id="br0">
      <inkml:brushProperty name="width" value="0.05" units="cm"/>
      <inkml:brushProperty name="height" value="0.05" units="cm"/>
      <inkml:brushProperty name="color" value="#E71224"/>
    </inkml:brush>
  </inkml:definitions>
  <inkml:trace contextRef="#ctx0" brushRef="#br0">0 0 24575,'2'0'0,"0"0"0,0 0 0,0 1 0,0-1 0,0 1 0,0-1 0,0 1 0,0-1 0,0 1 0,0 0 0,0 0 0,-1 0 0,3 2 0,14 7 0,335 213-153,5 44-1843,-330-246 1737,316 244-842,109 83-1373,94 68 1345,74 67-912,2721 2289-2233,-2879-2358 3549,-98-73 645,-85-67 487,32 45 1064,-117-111 3695,-162-173-4686,-16-19-1963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45.655"/>
    </inkml:context>
    <inkml:brush xml:id="br0">
      <inkml:brushProperty name="width" value="0.05" units="cm"/>
      <inkml:brushProperty name="height" value="0.05" units="cm"/>
      <inkml:brushProperty name="color" value="#E71224"/>
    </inkml:brush>
  </inkml:definitions>
  <inkml:trace contextRef="#ctx0" brushRef="#br0">1 768 24575,'0'-2'0,"1"0"0,0 1 0,0-1 0,0 0 0,0 1 0,0-1 0,1 1 0,-1-1 0,0 1 0,1-1 0,-1 1 0,1 0 0,-1 0 0,1 0 0,-1 0 0,1 0 0,2-1 0,1-1 0,24-14 0,2 1 0,37-13 0,527-187-343,-78 33-335,-375 124 686,209-117 1,-342 171 1,3-2-17,0 0 1,0 1-1,15-6 1,-22 11 22,1-1 1,-1 1 0,1 0-1,-1 1 1,1 0-1,0-1 1,-1 2 0,1-1-1,-1 1 1,11 2-1,26 10 145,-1 1 0,0 3 0,-1 1-1,61 39 1,-79-45-128,166 103-415,313 249-1,126 197-648,109 209-2249,-38 38 1642,-543-626 1804,1287 1496-1929,-865-942 2915,-361-450 1222,-137-191-804,4-3 0,124 107 0,-27-26-1494,46 41-75,-183-180-1,0-1 0,2-1-1,83 41 1,-113-65 0,18 8 0,35 23 0,-56-32 0,-2 1 0,1 1 0,-1 0 0,-1 0 0,0 1 0,14 18 0,-6-4 0,-7-12 0,-1 1 0,0 0 0,-1 1 0,6 15 0,-13-27 0,-1 1 0,1 0 0,-1 0 0,0 0 0,0-1 0,0 1 0,0 0 0,0 0 0,0 0 0,-1-1 0,0 1 0,1 0 0,-1-1 0,0 1 0,-1 0 0,1-1 0,0 1 0,-1-1 0,1 0 0,-1 1 0,0-1 0,1 0 0,-1 0 0,0 0 0,-1 0 0,1 0 0,-3 2 0,-9 6 0,0 0 0,-1-1 0,-18 9 0,27-15 0,-26 15 0,1 1 0,0 1 0,2 2 0,0 1 0,-44 47 0,56-52-120,9-8-4,-1 0-1,0-1 1,-1 0-1,0 0 1,0-1-1,-1-1 1,0 1-1,0-2 0,-16 8 1,-5-5-6702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47.131"/>
    </inkml:context>
    <inkml:brush xml:id="br0">
      <inkml:brushProperty name="width" value="0.05" units="cm"/>
      <inkml:brushProperty name="height" value="0.05" units="cm"/>
      <inkml:brushProperty name="color" value="#E71224"/>
    </inkml:brush>
  </inkml:definitions>
  <inkml:trace contextRef="#ctx0" brushRef="#br0">1 0 24575,'0'2'0,"1"-1"0,0 0 0,0 1 0,-1-1 0,1 0 0,0 0 0,0 0 0,0 0 0,0 0 0,0 0 0,0 0 0,0 0 0,1 0 0,-1-1 0,0 1 0,0 0 0,3 0 0,4 4 0,235 156-3,304 220-130,526 561-550,-846-710 611,-7-5 963,-181-194-891,2-2 0,87 51 0,-11-8 0,111 92 0,-203-150 0,-19-13 0,0 0 0,-1 0 0,1 1 0,-1-1 0,1 1 0,-1 1 0,-1-1 0,8 9 0,-12-13 0,1 0 0,-1 1 0,0-1 0,0 0 0,0 0 0,0 0 0,0 0 0,0 0 0,0 1 0,0-1 0,0 0 0,0 0 0,0 0 0,0 1 0,0-1 0,0 0 0,0 0 0,0 0 0,0 0 0,0 1 0,0-1 0,0 0 0,0 0 0,0 0 0,0 0 0,0 1 0,0-1 0,0 0 0,-1 0 0,1 0 0,0 0 0,0 0 0,0 0 0,0 1 0,0-1 0,0 0 0,-1 0 0,1 0 0,0 0 0,0 0 0,0 0 0,0 0 0,0 0 0,-1 0 0,1 0 0,0 1 0,0-1 0,0 0 0,0 0 0,-1 0 0,1 0 0,0 0 0,0 0 0,0 0 0,-1 0 0,1-1 0,0 1 0,0 0 0,0 0 0,-17-3 0,-347-131 0,86 28 0,139 61 0,-124-47 0,261 91 0,1 0 0,-1 0 0,0 0 0,0 0 0,0 0 0,1 1 0,-1-1 0,0 1 0,0 0 0,0-1 0,0 1 0,0 0 0,-3 0 0,6 3 0,0-1 0,0 0 0,1 0 0,-1 0 0,1 0 0,0 0 0,-1-1 0,1 1 0,0 0 0,0-1 0,0 1 0,0-1 0,4 2 0,126 88 0,3-6 0,4-5 0,3-7 0,277 99 0,-383-159 0,1-1 0,58 10 0,-92-21 0,-1-1 0,1 1 0,-1-1 0,1 0 0,-1 0 0,1 0 0,-1-1 0,1 1 0,-1 0 0,1-1 0,-1 1 0,0-1 0,1 0 0,-1 0 0,0 0 0,1 0 0,-1-1 0,0 1 0,0 0 0,0-1 0,0 0 0,0 1 0,-1-1 0,1 0 0,0 0 0,-1 0 0,1 0 0,-1 0 0,0 0 0,0 0 0,0-1 0,0 1 0,0 0 0,0-1 0,0-3 0,2-9 0,-1-1 0,0 1 0,-1-1 0,-3-28 0,1 23 0,-9-267 0,-5-291 0,11 494-1365,-1 43-5461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48.042"/>
    </inkml:context>
    <inkml:brush xml:id="br0">
      <inkml:brushProperty name="width" value="0.05" units="cm"/>
      <inkml:brushProperty name="height" value="0.05" units="cm"/>
      <inkml:brushProperty name="color" value="#E71224"/>
    </inkml:brush>
  </inkml:definitions>
  <inkml:trace contextRef="#ctx0" brushRef="#br0">2319 2324 24575,'-272'-244'0,"162"150"0,1-2 0,-600-532 0,26-32 0,630 606 0,3-3 0,2-1 0,3-3 0,-72-127 0,98 152-455,-2 0 0,-48-61 0,56 82-6371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49.111"/>
    </inkml:context>
    <inkml:brush xml:id="br0">
      <inkml:brushProperty name="width" value="0.05" units="cm"/>
      <inkml:brushProperty name="height" value="0.05" units="cm"/>
      <inkml:brushProperty name="color" value="#E71224"/>
    </inkml:brush>
  </inkml:definitions>
  <inkml:trace contextRef="#ctx0" brushRef="#br0">1 68 24575,'0'-1'0,"0"1"0,0-1 0,0 0 0,0 1 0,0-1 0,0 1 0,1-1 0,-1 1 0,0-1 0,0 1 0,1-1 0,-1 1 0,0-1 0,1 1 0,-1-1 0,0 1 0,1 0 0,-1-1 0,1 1 0,-1 0 0,1-1 0,-1 1 0,1 0 0,-1 0 0,1-1 0,0 1 0,24-7 0,-24 7 0,114-20-25,1 6 0,1 4-1,-1 5 1,1 6-1,155 20 1,-170-6-26,1 4 1,-2 5-1,-1 4 0,-2 5 0,0 4 1,-3 4-1,-1 4 0,-3 4 0,-2 5 1,-2 3-1,-2 3 0,-4 5 0,-2 3 1,116 129-1,-74-51 51,-7 5 0,-7 5 0,99 191 0,204 529 0,-304-614 0,75 290 0,-147-421 0,-6 2 0,-6 0 0,-5 2 0,-2 185 0,-20-227 0,-5-1 0,-3-1 0,-4 0 0,-5-1 0,-3-1 0,-47 110 0,-262 487 0,301-624 0,7-12 19,3-5 352,-40 57 0,48-88-1584,6-18-5613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50.180"/>
    </inkml:context>
    <inkml:brush xml:id="br0">
      <inkml:brushProperty name="width" value="0.05" units="cm"/>
      <inkml:brushProperty name="height" value="0.05" units="cm"/>
      <inkml:brushProperty name="color" value="#E71224"/>
    </inkml:brush>
  </inkml:definitions>
  <inkml:trace contextRef="#ctx0" brushRef="#br0">1 506 24575,'1'0'0,"0"0"0,0 1 0,0-1 0,0 1 0,1-1 0,-1 1 0,0-1 0,0 1 0,0 0 0,0-1 0,0 1 0,-1 0 0,1 0 0,0 0 0,0 0 0,0 0 0,0 2 0,5 4 0,98 129 0,-95-122 0,166 245 0,-13 9 0,213 474 0,-360-709 0,-24-54 0,-114-252 0,-244-616 0,343 822 0,3-2 0,4 0 0,2-1 0,-6-79 0,20 140 0,0 0 0,1 0 0,0 0 0,1 0 0,0 0 0,0 0 0,1 0 0,0 0 0,0 1 0,1-1 0,0 1 0,1 0 0,0-1 0,0 2 0,0-1 0,1 0 0,1 1 0,-1 0 0,1 0 0,8-7 0,10-5 0,0 0 0,2 1 0,0 2 0,1 1 0,43-18 0,-30 17 0,1 1 0,0 3 0,63-11 0,-95 21 0,1 1 0,-1 0 0,1 0 0,0 1 0,-1 0 0,1 1 0,11 2 0,-18-2 0,0 0 0,0 0 0,0 0 0,0 0 0,-1 1 0,1-1 0,0 1 0,-1 0 0,1 0 0,-1 0 0,1 0 0,-1 0 0,0 0 0,0 1 0,0-1 0,0 1 0,0-1 0,-1 1 0,1 0 0,-1 0 0,1-1 0,-1 1 0,0 0 0,1 6 0,1 12 0,0 0 0,-1-1 0,-1 1 0,-1 0 0,-1 0 0,-1 0 0,0-1 0,-7 25 0,0-12 0,-1-1 0,-1 1 0,-1-2 0,-22 39 0,33-68 0,-1 0 0,1 0 0,0 0 0,0 1 0,0-1 0,0 0 0,0 1 0,1-1 0,-1 1 0,1-1 0,-1 1 0,1-1 0,0 1 0,0-1 0,0 1 0,0-1 0,1 1 0,-1-1 0,1 1 0,-1-1 0,2 3 0,1 0 0,0-1 0,0 0 0,1 0 0,-1-1 0,1 1 0,0-1 0,0 1 0,0-1 0,7 4 0,15 9 0,-2 2 0,0 1 0,-1 0 0,35 41 0,-48-48 0,0 1 0,-1 1 0,-1-1 0,0 1 0,-1 1 0,-1 0 0,0 0 0,-1 0 0,0 0 0,4 29 0,-8-33 0,0-1 0,-1 0 0,0 0 0,0 1 0,-1-1 0,-1 0 0,0 0 0,0 0 0,-1 0 0,0 0 0,0-1 0,-1 1 0,-1-1 0,0 0 0,-11 16 0,8-14 0,-1-1 0,0 0 0,0-1 0,-1 0 0,0-1 0,-1 0 0,0 0 0,0-1 0,-1 0 0,0-1 0,0-1 0,-14 5 0,-37 9 30,0-3-1,-1-3 1,-119 8 0,-198-14-1468,377-7 1392,-70-1-6780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51.627"/>
    </inkml:context>
    <inkml:brush xml:id="br0">
      <inkml:brushProperty name="width" value="0.05" units="cm"/>
      <inkml:brushProperty name="height" value="0.05" units="cm"/>
      <inkml:brushProperty name="color" value="#E71224"/>
    </inkml:brush>
  </inkml:definitions>
  <inkml:trace contextRef="#ctx0" brushRef="#br0">35 53 24575,'-4'14'0,"1"1"0,0 0 0,1 0 0,1 1 0,1 19 0,-1 4 0,-1 113 0,7 1 0,29 181 0,87 296 0,-55-378 0,-45-195 0,-14-50 0,-6-15 0,-5-26 0,-73-256 0,-1-3 0,39 119 0,8-2 0,-12-236 0,42 373 0,1 1 0,3 0 0,8-49 0,-9 74 0,1 0 0,1 0 0,0 1 0,1-1 0,0 1 0,0 0 0,1 0 0,1 1 0,0 0 0,1 0 0,0 1 0,16-17 0,-22 25 0,1-1 0,0 1 0,0-1 0,-1 1 0,1 0 0,1 0 0,-1 0 0,0 1 0,0-1 0,1 1 0,-1-1 0,1 1 0,-1 0 0,1 1 0,-1-1 0,1 1 0,0-1 0,-1 1 0,1 0 0,0 0 0,-1 1 0,1-1 0,0 1 0,-1 0 0,1 0 0,-1 0 0,1 0 0,-1 0 0,6 4 0,-3-1 0,-1 1 0,0 0 0,1 0 0,-2 0 0,1 0 0,0 1 0,-1 0 0,0 0 0,-1 0 0,1 0 0,-1 1 0,0-1 0,-1 1 0,3 11 0,1 10 0,-1 0 0,-1 1 0,-2-1 0,-1 1 0,-2 31 0,0-50 0,0 0 0,1 0 0,1 0 0,-1 0 0,2 0 0,3 15 0,-3-20 0,0 0 0,0 0 0,1 0 0,0-1 0,0 1 0,0-1 0,0 0 0,1 0 0,-1 0 0,1 0 0,0 0 0,1-1 0,-1 0 0,8 4 0,30 16 0,2-3 0,1-1 0,0-2 0,60 13 0,-51-15 0,0 2 0,91 43 0,-141-58 0,0 0 0,0 0 0,0 0 0,-1 1 0,1-1 0,-1 1 0,0 0 0,1 0 0,-1 0 0,5 8 0,-8-10 0,0-1 0,1 1 0,-1 0 0,0 0 0,1 0 0,-1 0 0,0 0 0,0 0 0,0 0 0,0 0 0,0 0 0,0 0 0,0 0 0,0 0 0,0 0 0,-1 0 0,1 0 0,0 0 0,-1 2 0,-1-1 0,1 0 0,-1 0 0,1 0 0,-1 0 0,0 0 0,0 0 0,0 0 0,0 0 0,0-1 0,-4 3 0,-14 7 24,0 0 0,-1-1 0,-1-1 0,-36 10 0,-93 15-1493,150-34 1453,-66 12-6810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52.100"/>
    </inkml:context>
    <inkml:brush xml:id="br0">
      <inkml:brushProperty name="width" value="0.05" units="cm"/>
      <inkml:brushProperty name="height" value="0.05" units="cm"/>
      <inkml:brushProperty name="color" value="#E71224"/>
    </inkml:brush>
  </inkml:definitions>
  <inkml:trace contextRef="#ctx0" brushRef="#br0">1 0 24575,'21'2'0,"1"0"0,-1 1 0,0 1 0,0 1 0,28 11 0,-16-6 0,818 308 0,-818-305 0,-3-1 0,1 1 0,-2 1 0,30 19 0,-52-28 0,0 0 0,0 1 0,0-1 0,-1 1 0,0 0 0,0 1 0,0 0 0,-1 0 0,0 0 0,-1 0 0,1 1 0,-1 0 0,-1 0 0,1 0 0,-1 0 0,2 10 0,-2 3 0,-1-1 0,-1 1 0,-1-1 0,0 1 0,-2-1 0,-7 40 0,-42 124 0,30-113 0,-13 39-1365,25-85-5461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52.699"/>
    </inkml:context>
    <inkml:brush xml:id="br0">
      <inkml:brushProperty name="width" value="0.05" units="cm"/>
      <inkml:brushProperty name="height" value="0.05" units="cm"/>
      <inkml:brushProperty name="color" value="#E71224"/>
    </inkml:brush>
  </inkml:definitions>
  <inkml:trace contextRef="#ctx0" brushRef="#br0">449 1 24575,'-15'0'0,"-23"-1"0,-72 10 0,97-7 0,0 1 0,0 0 0,0 2 0,1-1 0,-1 1 0,1 1 0,0 0 0,1 1 0,-13 9 0,9-3 0,0 0 0,2 1 0,-1 0 0,2 1 0,0 0 0,1 1 0,0 0 0,2 1 0,0 0 0,-13 35 0,21-50 0,0 0 0,0 0 0,0 0 0,0 0 0,1 1 0,-1-1 0,1 0 0,0 0 0,-1 0 0,1 0 0,0 1 0,0-1 0,1 0 0,-1 0 0,0 0 0,1 0 0,-1 0 0,1 1 0,0-1 0,-1 0 0,2 2 0,0-3 0,-1 0 0,0-1 0,1 1 0,-1 0 0,1-1 0,-1 1 0,1-1 0,-1 1 0,1-1 0,-1 0 0,1 0 0,-1 0 0,1 0 0,-1 0 0,1 0 0,-1 0 0,1 0 0,-1-1 0,1 1 0,-1-1 0,1 1 0,1-1 0,10-5 0,0 1 0,0-2 0,0 0 0,22-16 0,-3-5 0,0-1 0,44-56 0,-36 40 0,-39 44 0,0 0 0,0-1 0,0 1 0,0 0 0,0 0 0,0 0 0,0 0 0,0 0 0,0 0 0,1 0 0,-1 0 0,0 0 0,1 1 0,-1-1 0,0 1 0,1-1 0,-1 1 0,1-1 0,-1 1 0,1 0 0,-1 0 0,1-1 0,-1 1 0,1 0 0,-1 0 0,1 1 0,-1-1 0,1 0 0,-1 0 0,1 1 0,-1-1 0,1 1 0,-1-1 0,0 1 0,1 0 0,-1 0 0,0-1 0,2 3 0,4 3 0,-1 1 0,-1 0 0,1 0 0,-1 1 0,8 14 0,155 318 0,-83-163 0,-30-63-102,164 301-1161,-199-384-5563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4:49:53.220"/>
    </inkml:context>
    <inkml:brush xml:id="br0">
      <inkml:brushProperty name="width" value="0.05" units="cm"/>
      <inkml:brushProperty name="height" value="0.05" units="cm"/>
      <inkml:brushProperty name="color" value="#E71224"/>
    </inkml:brush>
  </inkml:definitions>
  <inkml:trace contextRef="#ctx0" brushRef="#br0">394 631 24575,'13'1'0,"0"1"0,1 0 0,-1 1 0,18 5 0,-20-4 0,1-1 0,0 0 0,0-1 0,0 0 0,12 0 0,-21-2 0,-1-1 0,0 1 0,0-1 0,0 1 0,1-1 0,-1 0 0,0 0 0,0 0 0,0 0 0,0 0 0,-1-1 0,1 1 0,0 0 0,0-1 0,-1 0 0,1 1 0,-1-1 0,1 0 0,-1 0 0,0 1 0,0-1 0,0 0 0,0 0 0,0 0 0,0-1 0,0 1 0,-1 0 0,1 0 0,0-3 0,1-7 0,0 0 0,-1-1 0,1-22 0,-4 14 0,0-1 0,-1 1 0,-1-1 0,-1 1 0,-1 1 0,0-1 0,-2 1 0,0 0 0,-2 0 0,0 1 0,-1 1 0,-1 0 0,-27-32 0,17 25 0,0 2 0,-2 0 0,-1 2 0,0 0 0,-2 2 0,0 1 0,-1 1 0,-46-20 0,62 32 0,0 0 0,0 0 0,-1 2 0,-24-5 0,33 7 0,1 1 0,0 0 0,-1 0 0,1 0 0,0 0 0,-1 1 0,1-1 0,0 1 0,0 0 0,-1 0 0,1 0 0,0 0 0,0 1 0,0-1 0,0 1 0,1 0 0,-1 0 0,0 0 0,1 0 0,-1 0 0,1 0 0,0 1 0,-1-1 0,-1 4 0,-3 7 12,0 0 0,0 0 0,1 0 0,1 1 0,0 0 0,1 0 0,1 0 0,0 0 0,-1 21 0,3-16-224,0 1 0,2 0 0,0-1-1,1 1 1,1-1 0,8 29 0,-1-14-6614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5:10:32.240"/>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5:10:37.876"/>
    </inkml:context>
    <inkml:brush xml:id="br0">
      <inkml:brushProperty name="width" value="0.05" units="cm"/>
      <inkml:brushProperty name="height" value="0.05" units="cm"/>
      <inkml:brushProperty name="color" value="#004F8B"/>
    </inkml:brush>
  </inkml:definitions>
  <inkml:trace contextRef="#ctx0" brushRef="#br0">1 254 24575,'247'1'-68,"1071"-24"-715,-721-6 594,231-13 151,-595 22 271,192-5 612,-390 26-845,-23 1 0,0-1 0,0-1 0,0 0 0,0-1 0,0 0 0,14-4 0,-26 5 0,0-1 0,1 1 0,-1 0 0,0 0 0,0 0 0,0 0 0,0-1 0,0 1 0,0 0 0,0 0 0,0 0 0,0-1 0,0 1 0,0 0 0,0 0 0,0 0 0,0-1 0,0 1 0,0 0 0,0 0 0,0 0 0,0-1 0,0 1 0,0 0 0,0 0 0,0 0 0,0-1 0,0 1 0,0 0 0,0 0 0,-1 0 0,1 0 0,0 0 0,0-1 0,0 1 0,0 0 0,0 0 0,-1 0 0,1 0 0,0 0 0,0 0 0,0-1 0,-1 1 0,1 0 0,0 0 0,0 0 0,0 0 0,-1 0 0,1 0 0,0 0 0,0 0 0,0 0 0,-1 0 0,1 0 0,0 0 0,0 0 0,0 0 0,-1 0 0,-16-7 0,-43-10 0,-102-15 0,-5-1 0,166 33 0,0 0 0,0 0 0,0 0 0,1 0 0,-1 0 0,0 0 0,0 0 0,0 0 0,1 0 0,-1-1 0,0 1 0,0 0 0,1-1 0,-1 1 0,0 0 0,1-1 0,-1 1 0,0-1 0,1 1 0,-1-1 0,1 0 0,-1 1 0,0-1 0,1 1 0,-1-2 0,21-3 0,40 3 0,-60 2 0,63 2 0,0 2 0,0 3 0,-1 3 0,97 28 0,-156-37 0,0 0 0,0 0 0,0 0 0,0 0 0,0 1 0,-1-1 0,1 1 0,0 0 0,-1-1 0,1 1 0,-1 1 0,0-1 0,1 0 0,-1 1 0,0-1 0,0 1 0,-1-1 0,1 1 0,2 4 0,-3-2 0,0 0 0,0-1 0,0 1 0,0 0 0,-1 0 0,0 0 0,0 0 0,0-1 0,-1 1 0,1 0 0,-3 7 0,-4 10 0,-1-1 0,0-1 0,-2 0 0,-15 26 0,-108 212-1365,122-235-5461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7T15:10:39.974"/>
    </inkml:context>
    <inkml:brush xml:id="br0">
      <inkml:brushProperty name="width" value="0.05" units="cm"/>
      <inkml:brushProperty name="height" value="0.05" units="cm"/>
      <inkml:brushProperty name="color" value="#004F8B"/>
    </inkml:brush>
  </inkml:definitions>
  <inkml:trace contextRef="#ctx0" brushRef="#br0">0 3696 24575,'2'-41'0,"1"0"0,2 1 0,2-1 0,13-44 0,60-152 0,-31 99 0,22-93 0,-11-2 0,58-456 0,-102 537 0,62-444 0,-53 337 0,-17 145 0,0-87 0,6-54 0,-5-28 0,-9 255 0,0 28 0,0-1 0,0 0 0,0 1 0,0-1 0,1 1 0,-1-1 0,0 1 0,0-1 0,0 1 0,0-1 0,0 0 0,0 1 0,-1-1 0,1 1 0,0-1 0,0 1 0,0-1 0,0 1 0,-1-1 0,1 1 0,0-1 0,0 1 0,-1-1 0,1 1 0,0-1 0,-1 1 0,1-1 0,-1 1 0,1 0 0,-1-1 0,1 1 0,-1 0 0,1-1 0,-1 1 0,1 0 0,-1 0 0,1-1 0,-1 1 0,1 0 0,-1 0 0,1 0 0,-1 0 0,1 0 0,-1 0 0,0 0 0,1 0 0,-1 0 0,1 0 0,-1 0 0,1 0 0,-1 0 0,1 0 0,-1 1 0,0-1 0,1 0 0,-1 0 0,1 1 0,0-1 0,-1 0 0,1 1 0,-1-1 0,1 0 0,-1 2 0,-35 29 0,35-30 0,-256 273 0,251-267 0,-15 14 0,19-20 0,10-15 0,11-12 0,1 2 0,0 0 0,2 1 0,1 1 0,1 2 0,37-27 0,-16 17 0,1 3 0,97-44 0,-131 67 0,-1-1 0,1 1 0,-1 1 0,1 0 0,0 0 0,0 1 0,0 1 0,20 0 0,-25 2 0,1 0 0,-1 0 0,0 1 0,1 0 0,-1 1 0,0-1 0,0 1 0,-1 1 0,1-1 0,-1 1 0,0 0 0,1 1 0,-2-1 0,1 1 0,5 6 0,67 77 66,-52-55-782,59 54 1,-70-74-6111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3396F-9A7B-4F18-BC0B-5B0E30E2CADA}" type="datetimeFigureOut">
              <a:rPr lang="tr-TR" smtClean="0"/>
              <a:t>19.02.2026</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26444-7809-4E73-AB43-5907DAB2DB97}" type="slidenum">
              <a:rPr lang="tr-TR" smtClean="0"/>
              <a:t>‹#›</a:t>
            </a:fld>
            <a:endParaRPr lang="tr-TR"/>
          </a:p>
        </p:txBody>
      </p:sp>
    </p:spTree>
    <p:extLst>
      <p:ext uri="{BB962C8B-B14F-4D97-AF65-F5344CB8AC3E}">
        <p14:creationId xmlns:p14="http://schemas.microsoft.com/office/powerpoint/2010/main" val="4181967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433F3-59A5-43C1-8563-D663D2DA3D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a:extLst>
              <a:ext uri="{FF2B5EF4-FFF2-40B4-BE49-F238E27FC236}">
                <a16:creationId xmlns:a16="http://schemas.microsoft.com/office/drawing/2014/main" id="{3E96FF7E-96B3-49FA-BB7B-E221887871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85864331-2E69-4559-8B62-B9E3E36D2751}"/>
              </a:ext>
            </a:extLst>
          </p:cNvPr>
          <p:cNvSpPr>
            <a:spLocks noGrp="1"/>
          </p:cNvSpPr>
          <p:nvPr>
            <p:ph type="dt" sz="half" idx="10"/>
          </p:nvPr>
        </p:nvSpPr>
        <p:spPr/>
        <p:txBody>
          <a:bodyPr/>
          <a:lstStyle/>
          <a:p>
            <a:fld id="{4223E33D-781A-4AE1-A88B-82CD3156B448}" type="datetime1">
              <a:rPr lang="tr-TR" smtClean="0"/>
              <a:t>19.02.2026</a:t>
            </a:fld>
            <a:endParaRPr lang="tr-TR"/>
          </a:p>
        </p:txBody>
      </p:sp>
      <p:sp>
        <p:nvSpPr>
          <p:cNvPr id="5" name="Footer Placeholder 4">
            <a:extLst>
              <a:ext uri="{FF2B5EF4-FFF2-40B4-BE49-F238E27FC236}">
                <a16:creationId xmlns:a16="http://schemas.microsoft.com/office/drawing/2014/main" id="{A6FCA523-AE65-4925-8719-D373E1EB3D96}"/>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6" name="Slide Number Placeholder 5">
            <a:extLst>
              <a:ext uri="{FF2B5EF4-FFF2-40B4-BE49-F238E27FC236}">
                <a16:creationId xmlns:a16="http://schemas.microsoft.com/office/drawing/2014/main" id="{D6E378AF-C08B-430A-9E0F-6BDCBFB6D9A3}"/>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2400561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71459-D40C-4840-9AB8-D36641140903}"/>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47A3C7BA-8883-4C2C-8B93-D126E624D78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3B48217D-17E9-43ED-A369-D38A230784FC}"/>
              </a:ext>
            </a:extLst>
          </p:cNvPr>
          <p:cNvSpPr>
            <a:spLocks noGrp="1"/>
          </p:cNvSpPr>
          <p:nvPr>
            <p:ph type="dt" sz="half" idx="10"/>
          </p:nvPr>
        </p:nvSpPr>
        <p:spPr/>
        <p:txBody>
          <a:bodyPr/>
          <a:lstStyle/>
          <a:p>
            <a:fld id="{09D2D5F1-7529-4A26-8C84-AB22A11EC101}" type="datetime1">
              <a:rPr lang="tr-TR" smtClean="0"/>
              <a:t>19.02.2026</a:t>
            </a:fld>
            <a:endParaRPr lang="tr-TR"/>
          </a:p>
        </p:txBody>
      </p:sp>
      <p:sp>
        <p:nvSpPr>
          <p:cNvPr id="5" name="Footer Placeholder 4">
            <a:extLst>
              <a:ext uri="{FF2B5EF4-FFF2-40B4-BE49-F238E27FC236}">
                <a16:creationId xmlns:a16="http://schemas.microsoft.com/office/drawing/2014/main" id="{8A738D30-5E31-4A58-95E1-432E9964EDEC}"/>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6" name="Slide Number Placeholder 5">
            <a:extLst>
              <a:ext uri="{FF2B5EF4-FFF2-40B4-BE49-F238E27FC236}">
                <a16:creationId xmlns:a16="http://schemas.microsoft.com/office/drawing/2014/main" id="{F43AE950-0916-43A4-9166-6477ECF3B280}"/>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2550030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C48C-09B2-4E40-B589-8FD91EF4E5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9FC53E41-AB5F-48A5-9426-8047104DA0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92CA142-F910-4CAB-945F-7E836A88C9CB}"/>
              </a:ext>
            </a:extLst>
          </p:cNvPr>
          <p:cNvSpPr>
            <a:spLocks noGrp="1"/>
          </p:cNvSpPr>
          <p:nvPr>
            <p:ph type="dt" sz="half" idx="10"/>
          </p:nvPr>
        </p:nvSpPr>
        <p:spPr/>
        <p:txBody>
          <a:bodyPr/>
          <a:lstStyle/>
          <a:p>
            <a:fld id="{729A76F8-1E06-4E7F-A33A-6F326DB13DB0}" type="datetime1">
              <a:rPr lang="tr-TR" smtClean="0"/>
              <a:t>19.02.2026</a:t>
            </a:fld>
            <a:endParaRPr lang="tr-TR"/>
          </a:p>
        </p:txBody>
      </p:sp>
      <p:sp>
        <p:nvSpPr>
          <p:cNvPr id="5" name="Footer Placeholder 4">
            <a:extLst>
              <a:ext uri="{FF2B5EF4-FFF2-40B4-BE49-F238E27FC236}">
                <a16:creationId xmlns:a16="http://schemas.microsoft.com/office/drawing/2014/main" id="{464193A7-D05A-4226-A461-4D8409FE5801}"/>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6" name="Slide Number Placeholder 5">
            <a:extLst>
              <a:ext uri="{FF2B5EF4-FFF2-40B4-BE49-F238E27FC236}">
                <a16:creationId xmlns:a16="http://schemas.microsoft.com/office/drawing/2014/main" id="{4C1EDEE6-CC02-42A7-964A-BCCEC1F1F632}"/>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3979032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AF3C9-B8B7-4C37-8713-BEB6642EF971}"/>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DF2771BF-EFC6-4F86-A996-2749390A276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EE9F13EF-FAE2-4032-9004-72469DFD42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C9DE5417-EF06-4FBE-AC5D-0AC932613FC2}"/>
              </a:ext>
            </a:extLst>
          </p:cNvPr>
          <p:cNvSpPr>
            <a:spLocks noGrp="1"/>
          </p:cNvSpPr>
          <p:nvPr>
            <p:ph type="dt" sz="half" idx="10"/>
          </p:nvPr>
        </p:nvSpPr>
        <p:spPr/>
        <p:txBody>
          <a:bodyPr/>
          <a:lstStyle/>
          <a:p>
            <a:fld id="{A264F196-5C79-413B-9AF1-F94A425A34A0}" type="datetime1">
              <a:rPr lang="tr-TR" smtClean="0"/>
              <a:t>19.02.2026</a:t>
            </a:fld>
            <a:endParaRPr lang="tr-TR"/>
          </a:p>
        </p:txBody>
      </p:sp>
      <p:sp>
        <p:nvSpPr>
          <p:cNvPr id="6" name="Footer Placeholder 5">
            <a:extLst>
              <a:ext uri="{FF2B5EF4-FFF2-40B4-BE49-F238E27FC236}">
                <a16:creationId xmlns:a16="http://schemas.microsoft.com/office/drawing/2014/main" id="{EF784BBE-27A4-498B-85A0-4E5BA62B8919}"/>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7" name="Slide Number Placeholder 6">
            <a:extLst>
              <a:ext uri="{FF2B5EF4-FFF2-40B4-BE49-F238E27FC236}">
                <a16:creationId xmlns:a16="http://schemas.microsoft.com/office/drawing/2014/main" id="{C83D62E2-C73F-40DE-BFC2-BE2C8D3936CE}"/>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394502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2ED1-56FB-44D4-AD43-09FF94E937BA}"/>
              </a:ext>
            </a:extLst>
          </p:cNvPr>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A53901C2-DE0D-4E98-9A46-6B951941A5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5189D9-6598-410A-BE14-66BC2DC9C40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7418B707-3121-43D2-835D-1BC5A8E611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D27C0A3-471F-47E5-905D-646232397F3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6568E90F-FA13-4C9E-A201-98242FBAFDF7}"/>
              </a:ext>
            </a:extLst>
          </p:cNvPr>
          <p:cNvSpPr>
            <a:spLocks noGrp="1"/>
          </p:cNvSpPr>
          <p:nvPr>
            <p:ph type="dt" sz="half" idx="10"/>
          </p:nvPr>
        </p:nvSpPr>
        <p:spPr/>
        <p:txBody>
          <a:bodyPr/>
          <a:lstStyle/>
          <a:p>
            <a:fld id="{61537F14-4A22-4C55-A527-ABB00252F2E5}" type="datetime1">
              <a:rPr lang="tr-TR" smtClean="0"/>
              <a:t>19.02.2026</a:t>
            </a:fld>
            <a:endParaRPr lang="tr-TR"/>
          </a:p>
        </p:txBody>
      </p:sp>
      <p:sp>
        <p:nvSpPr>
          <p:cNvPr id="8" name="Footer Placeholder 7">
            <a:extLst>
              <a:ext uri="{FF2B5EF4-FFF2-40B4-BE49-F238E27FC236}">
                <a16:creationId xmlns:a16="http://schemas.microsoft.com/office/drawing/2014/main" id="{ADDDADF0-1C65-42C6-AAD1-1864DB3BA43F}"/>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9" name="Slide Number Placeholder 8">
            <a:extLst>
              <a:ext uri="{FF2B5EF4-FFF2-40B4-BE49-F238E27FC236}">
                <a16:creationId xmlns:a16="http://schemas.microsoft.com/office/drawing/2014/main" id="{44F8F03C-FEEB-46A3-A540-57F097E2ED4B}"/>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1258977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BBFFB-2F32-42D5-AA55-395B96DF6B2C}"/>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8D51A337-D69B-477B-A01D-63FE7026CCB8}"/>
              </a:ext>
            </a:extLst>
          </p:cNvPr>
          <p:cNvSpPr>
            <a:spLocks noGrp="1"/>
          </p:cNvSpPr>
          <p:nvPr>
            <p:ph type="dt" sz="half" idx="10"/>
          </p:nvPr>
        </p:nvSpPr>
        <p:spPr/>
        <p:txBody>
          <a:bodyPr/>
          <a:lstStyle/>
          <a:p>
            <a:fld id="{C002B4A0-B8E9-473D-822D-D15A93DA4BC3}" type="datetime1">
              <a:rPr lang="tr-TR" smtClean="0"/>
              <a:t>19.02.2026</a:t>
            </a:fld>
            <a:endParaRPr lang="tr-TR"/>
          </a:p>
        </p:txBody>
      </p:sp>
      <p:sp>
        <p:nvSpPr>
          <p:cNvPr id="4" name="Footer Placeholder 3">
            <a:extLst>
              <a:ext uri="{FF2B5EF4-FFF2-40B4-BE49-F238E27FC236}">
                <a16:creationId xmlns:a16="http://schemas.microsoft.com/office/drawing/2014/main" id="{190C19BF-BBEF-4109-A3DF-DC96F2ECD560}"/>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5" name="Slide Number Placeholder 4">
            <a:extLst>
              <a:ext uri="{FF2B5EF4-FFF2-40B4-BE49-F238E27FC236}">
                <a16:creationId xmlns:a16="http://schemas.microsoft.com/office/drawing/2014/main" id="{5216F44E-0566-4C1F-BE10-1DC5B240EBD6}"/>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4109140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8E0BFB-DDD0-48A7-AE85-DCC43DD44714}"/>
              </a:ext>
            </a:extLst>
          </p:cNvPr>
          <p:cNvSpPr>
            <a:spLocks noGrp="1"/>
          </p:cNvSpPr>
          <p:nvPr>
            <p:ph type="dt" sz="half" idx="10"/>
          </p:nvPr>
        </p:nvSpPr>
        <p:spPr/>
        <p:txBody>
          <a:bodyPr/>
          <a:lstStyle/>
          <a:p>
            <a:fld id="{FDA066AD-FB17-4062-A652-983EFE654EBC}" type="datetime1">
              <a:rPr lang="tr-TR" smtClean="0"/>
              <a:t>19.02.2026</a:t>
            </a:fld>
            <a:endParaRPr lang="tr-TR"/>
          </a:p>
        </p:txBody>
      </p:sp>
      <p:sp>
        <p:nvSpPr>
          <p:cNvPr id="3" name="Footer Placeholder 2">
            <a:extLst>
              <a:ext uri="{FF2B5EF4-FFF2-40B4-BE49-F238E27FC236}">
                <a16:creationId xmlns:a16="http://schemas.microsoft.com/office/drawing/2014/main" id="{790B98D7-E54C-428D-B8ED-C7226394E106}"/>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4" name="Slide Number Placeholder 3">
            <a:extLst>
              <a:ext uri="{FF2B5EF4-FFF2-40B4-BE49-F238E27FC236}">
                <a16:creationId xmlns:a16="http://schemas.microsoft.com/office/drawing/2014/main" id="{8369C5E5-3AB4-4900-B78B-72E6649041DD}"/>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776719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2F97-130F-4659-A7DF-EC1C689507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2A6BAAC9-D9EB-49F5-A5F9-829C206C60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121A1D67-DF35-4CF3-A49B-674AD572B8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3E2CD22-4E0B-407E-AB0A-7A5A645DE8EC}"/>
              </a:ext>
            </a:extLst>
          </p:cNvPr>
          <p:cNvSpPr>
            <a:spLocks noGrp="1"/>
          </p:cNvSpPr>
          <p:nvPr>
            <p:ph type="dt" sz="half" idx="10"/>
          </p:nvPr>
        </p:nvSpPr>
        <p:spPr/>
        <p:txBody>
          <a:bodyPr/>
          <a:lstStyle/>
          <a:p>
            <a:fld id="{8C5B6899-57AB-4C0B-8F96-79CE5DFEDADA}" type="datetime1">
              <a:rPr lang="tr-TR" smtClean="0"/>
              <a:t>19.02.2026</a:t>
            </a:fld>
            <a:endParaRPr lang="tr-TR"/>
          </a:p>
        </p:txBody>
      </p:sp>
      <p:sp>
        <p:nvSpPr>
          <p:cNvPr id="6" name="Footer Placeholder 5">
            <a:extLst>
              <a:ext uri="{FF2B5EF4-FFF2-40B4-BE49-F238E27FC236}">
                <a16:creationId xmlns:a16="http://schemas.microsoft.com/office/drawing/2014/main" id="{4230ED85-03E9-4795-9DB4-E3DF714C7F0B}"/>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7" name="Slide Number Placeholder 6">
            <a:extLst>
              <a:ext uri="{FF2B5EF4-FFF2-40B4-BE49-F238E27FC236}">
                <a16:creationId xmlns:a16="http://schemas.microsoft.com/office/drawing/2014/main" id="{D1C3F888-F3B9-478D-BD32-83E2ED7A7503}"/>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1006299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2362-EDF5-4FE1-BC63-513A1805C8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AA237BBF-E9C1-4538-910E-6D7A75B96B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a:extLst>
              <a:ext uri="{FF2B5EF4-FFF2-40B4-BE49-F238E27FC236}">
                <a16:creationId xmlns:a16="http://schemas.microsoft.com/office/drawing/2014/main" id="{AAE20059-9661-4556-BE00-523C9271B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A3EC885-3078-42A5-A24C-AF8916D92760}"/>
              </a:ext>
            </a:extLst>
          </p:cNvPr>
          <p:cNvSpPr>
            <a:spLocks noGrp="1"/>
          </p:cNvSpPr>
          <p:nvPr>
            <p:ph type="dt" sz="half" idx="10"/>
          </p:nvPr>
        </p:nvSpPr>
        <p:spPr/>
        <p:txBody>
          <a:bodyPr/>
          <a:lstStyle/>
          <a:p>
            <a:fld id="{1A6FEFEE-1D0D-48C8-9E77-C6560C6C4C78}" type="datetime1">
              <a:rPr lang="tr-TR" smtClean="0"/>
              <a:t>19.02.2026</a:t>
            </a:fld>
            <a:endParaRPr lang="tr-TR"/>
          </a:p>
        </p:txBody>
      </p:sp>
      <p:sp>
        <p:nvSpPr>
          <p:cNvPr id="6" name="Footer Placeholder 5">
            <a:extLst>
              <a:ext uri="{FF2B5EF4-FFF2-40B4-BE49-F238E27FC236}">
                <a16:creationId xmlns:a16="http://schemas.microsoft.com/office/drawing/2014/main" id="{57B2B2D9-45B8-4F90-8E27-99DC485CB992}"/>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7" name="Slide Number Placeholder 6">
            <a:extLst>
              <a:ext uri="{FF2B5EF4-FFF2-40B4-BE49-F238E27FC236}">
                <a16:creationId xmlns:a16="http://schemas.microsoft.com/office/drawing/2014/main" id="{9552CC44-8FE7-4206-8BBD-8467BD23D598}"/>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225334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7CDB-787E-4D6A-B65A-3F123FC428E9}"/>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438A072D-F9B9-4728-AA20-59F0255024E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654C79E7-60FB-4DCF-BE30-310AFB5B2C6B}"/>
              </a:ext>
            </a:extLst>
          </p:cNvPr>
          <p:cNvSpPr>
            <a:spLocks noGrp="1"/>
          </p:cNvSpPr>
          <p:nvPr>
            <p:ph type="dt" sz="half" idx="10"/>
          </p:nvPr>
        </p:nvSpPr>
        <p:spPr/>
        <p:txBody>
          <a:bodyPr/>
          <a:lstStyle/>
          <a:p>
            <a:fld id="{D7AE1F72-2E37-4924-9A5F-C27F56B74910}" type="datetime1">
              <a:rPr lang="tr-TR" smtClean="0"/>
              <a:t>19.02.2026</a:t>
            </a:fld>
            <a:endParaRPr lang="tr-TR"/>
          </a:p>
        </p:txBody>
      </p:sp>
      <p:sp>
        <p:nvSpPr>
          <p:cNvPr id="5" name="Footer Placeholder 4">
            <a:extLst>
              <a:ext uri="{FF2B5EF4-FFF2-40B4-BE49-F238E27FC236}">
                <a16:creationId xmlns:a16="http://schemas.microsoft.com/office/drawing/2014/main" id="{13F9064E-AE4C-4B09-870E-4A5AA2D10679}"/>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6" name="Slide Number Placeholder 5">
            <a:extLst>
              <a:ext uri="{FF2B5EF4-FFF2-40B4-BE49-F238E27FC236}">
                <a16:creationId xmlns:a16="http://schemas.microsoft.com/office/drawing/2014/main" id="{99881029-FAF1-4C22-8EA1-055206BA87F6}"/>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151267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59EF7F-EA35-443C-9103-21BC266573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9A84A7AD-94E6-4A48-A390-9A09017F375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ACA845E8-F855-4C1B-9EC0-C98377620391}"/>
              </a:ext>
            </a:extLst>
          </p:cNvPr>
          <p:cNvSpPr>
            <a:spLocks noGrp="1"/>
          </p:cNvSpPr>
          <p:nvPr>
            <p:ph type="dt" sz="half" idx="10"/>
          </p:nvPr>
        </p:nvSpPr>
        <p:spPr/>
        <p:txBody>
          <a:bodyPr/>
          <a:lstStyle/>
          <a:p>
            <a:fld id="{C5219D6D-94DE-4608-8823-48855EFD8AF4}" type="datetime1">
              <a:rPr lang="tr-TR" smtClean="0"/>
              <a:t>19.02.2026</a:t>
            </a:fld>
            <a:endParaRPr lang="tr-TR"/>
          </a:p>
        </p:txBody>
      </p:sp>
      <p:sp>
        <p:nvSpPr>
          <p:cNvPr id="5" name="Footer Placeholder 4">
            <a:extLst>
              <a:ext uri="{FF2B5EF4-FFF2-40B4-BE49-F238E27FC236}">
                <a16:creationId xmlns:a16="http://schemas.microsoft.com/office/drawing/2014/main" id="{522BC38F-74DF-4EE3-BF1F-BA618A772D45}"/>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6" name="Slide Number Placeholder 5">
            <a:extLst>
              <a:ext uri="{FF2B5EF4-FFF2-40B4-BE49-F238E27FC236}">
                <a16:creationId xmlns:a16="http://schemas.microsoft.com/office/drawing/2014/main" id="{E97EA4BE-8044-41FF-8746-7CB0DFE6E30F}"/>
              </a:ext>
            </a:extLst>
          </p:cNvPr>
          <p:cNvSpPr>
            <a:spLocks noGrp="1"/>
          </p:cNvSpPr>
          <p:nvPr>
            <p:ph type="sldNum" sz="quarter" idx="12"/>
          </p:nvPr>
        </p:nvSpPr>
        <p:spPr/>
        <p:txBody>
          <a:bodyPr/>
          <a:lstStyle/>
          <a:p>
            <a:fld id="{2698BB43-DB97-4C55-8D33-CA4AB6A13C97}" type="slidenum">
              <a:rPr lang="tr-TR" smtClean="0"/>
              <a:t>‹#›</a:t>
            </a:fld>
            <a:endParaRPr lang="tr-TR"/>
          </a:p>
        </p:txBody>
      </p:sp>
    </p:spTree>
    <p:extLst>
      <p:ext uri="{BB962C8B-B14F-4D97-AF65-F5344CB8AC3E}">
        <p14:creationId xmlns:p14="http://schemas.microsoft.com/office/powerpoint/2010/main" val="3005600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9D047-C7A9-45BF-9AA4-1F9D39C090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593A18BB-E38F-4D22-840F-A697849BAB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98EAA5CD-B0AB-4521-B320-8D185CED9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6F326-8D79-42FA-A538-A323499C58E7}" type="datetime1">
              <a:rPr lang="tr-TR" smtClean="0"/>
              <a:t>19.02.2026</a:t>
            </a:fld>
            <a:endParaRPr lang="tr-TR"/>
          </a:p>
        </p:txBody>
      </p:sp>
      <p:sp>
        <p:nvSpPr>
          <p:cNvPr id="5" name="Footer Placeholder 4">
            <a:extLst>
              <a:ext uri="{FF2B5EF4-FFF2-40B4-BE49-F238E27FC236}">
                <a16:creationId xmlns:a16="http://schemas.microsoft.com/office/drawing/2014/main" id="{16E36007-AA70-47C6-A2E0-E9ACF5BAC6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tr-TR"/>
              <a:t>K.O.  2018-2019 - Week 3</a:t>
            </a:r>
          </a:p>
        </p:txBody>
      </p:sp>
      <p:sp>
        <p:nvSpPr>
          <p:cNvPr id="6" name="Slide Number Placeholder 5">
            <a:extLst>
              <a:ext uri="{FF2B5EF4-FFF2-40B4-BE49-F238E27FC236}">
                <a16:creationId xmlns:a16="http://schemas.microsoft.com/office/drawing/2014/main" id="{36411E25-209C-4CDC-806C-DCBA00174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98BB43-DB97-4C55-8D33-CA4AB6A13C97}" type="slidenum">
              <a:rPr lang="tr-TR" smtClean="0"/>
              <a:t>‹#›</a:t>
            </a:fld>
            <a:endParaRPr lang="tr-TR"/>
          </a:p>
        </p:txBody>
      </p:sp>
    </p:spTree>
    <p:extLst>
      <p:ext uri="{BB962C8B-B14F-4D97-AF65-F5344CB8AC3E}">
        <p14:creationId xmlns:p14="http://schemas.microsoft.com/office/powerpoint/2010/main" val="869375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digitalocean.com/community/conceptual-articles/s-o-l-i-d-the-first-five-principles-of-object-oriented-design#open-closed-principle" TargetMode="External"/><Relationship Id="rId2" Type="http://schemas.openxmlformats.org/officeDocument/2006/relationships/hyperlink" Target="https://www.digitalocean.com/community/conceptual-articles/s-o-l-i-d-the-first-five-principles-of-object-oriented-design#single-responsibility-principle" TargetMode="External"/><Relationship Id="rId1" Type="http://schemas.openxmlformats.org/officeDocument/2006/relationships/slideLayout" Target="../slideLayouts/slideLayout2.xml"/><Relationship Id="rId6" Type="http://schemas.openxmlformats.org/officeDocument/2006/relationships/hyperlink" Target="https://www.digitalocean.com/community/conceptual-articles/s-o-l-i-d-the-first-five-principles-of-object-oriented-design#dependency-inversion-principle" TargetMode="External"/><Relationship Id="rId5" Type="http://schemas.openxmlformats.org/officeDocument/2006/relationships/hyperlink" Target="https://www.digitalocean.com/community/conceptual-articles/s-o-l-i-d-the-first-five-principles-of-object-oriented-design#interface-segregation-principle" TargetMode="External"/><Relationship Id="rId4" Type="http://schemas.openxmlformats.org/officeDocument/2006/relationships/hyperlink" Target="https://www.digitalocean.com/community/conceptual-articles/s-o-l-i-d-the-first-five-principles-of-object-oriented-design#liskov-substitution-princip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unity3d.com/ScriptReference/GameObject.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 Id="rId4" Type="http://schemas.openxmlformats.org/officeDocument/2006/relationships/hyperlink" Target="https://docs.unity3d.com/ScriptReference/GameObject.FindWithTag.ht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docs.unity3d.com/ScriptReference/GameObject.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 Id="rId4" Type="http://schemas.openxmlformats.org/officeDocument/2006/relationships/hyperlink" Target="https://docs.unity3d.com/ScriptReference/GameObject.FindWithTag.html"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ocs.unity3d.com/ScriptReference/Time-deltaTime.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unity3d.com/ScriptReference/MonoBehaviour.html" TargetMode="External"/><Relationship Id="rId2" Type="http://schemas.openxmlformats.org/officeDocument/2006/relationships/hyperlink" Target="https://docs.unity3d.com/ScriptReference/Rigidbody.html" TargetMode="External"/><Relationship Id="rId1" Type="http://schemas.openxmlformats.org/officeDocument/2006/relationships/slideLayout" Target="../slideLayouts/slideLayout2.xml"/><Relationship Id="rId4" Type="http://schemas.openxmlformats.org/officeDocument/2006/relationships/hyperlink" Target="https://docs.unity3d.com/ScriptReference/Vector3-up.html"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ocs.unity3d.com/ScriptReference/GUI.Button.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 Id="rId4" Type="http://schemas.openxmlformats.org/officeDocument/2006/relationships/hyperlink" Target="https://docs.unity3d.com/ScriptReference/Rect.html"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unity3d.com/ScriptReference/Time-deltaTime.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mathsisfun.com/algebra/vectors.html" TargetMode="External"/><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6" Type="http://schemas.openxmlformats.org/officeDocument/2006/relationships/image" Target="../media/image30.png"/><Relationship Id="rId21" Type="http://schemas.openxmlformats.org/officeDocument/2006/relationships/customXml" Target="../ink/ink10.xml"/><Relationship Id="rId42" Type="http://schemas.openxmlformats.org/officeDocument/2006/relationships/image" Target="../media/image38.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51.png"/><Relationship Id="rId84" Type="http://schemas.openxmlformats.org/officeDocument/2006/relationships/image" Target="../media/image59.png"/><Relationship Id="rId89" Type="http://schemas.openxmlformats.org/officeDocument/2006/relationships/customXml" Target="../ink/ink44.xml"/><Relationship Id="rId16" Type="http://schemas.openxmlformats.org/officeDocument/2006/relationships/image" Target="../media/image25.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33.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46.png"/><Relationship Id="rId74" Type="http://schemas.openxmlformats.org/officeDocument/2006/relationships/image" Target="../media/image54.png"/><Relationship Id="rId79" Type="http://schemas.openxmlformats.org/officeDocument/2006/relationships/customXml" Target="../ink/ink39.xml"/><Relationship Id="rId102" Type="http://schemas.openxmlformats.org/officeDocument/2006/relationships/image" Target="../media/image68.png"/><Relationship Id="rId5" Type="http://schemas.openxmlformats.org/officeDocument/2006/relationships/customXml" Target="../ink/ink2.xml"/><Relationship Id="rId90" Type="http://schemas.openxmlformats.org/officeDocument/2006/relationships/image" Target="../media/image62.png"/><Relationship Id="rId95" Type="http://schemas.openxmlformats.org/officeDocument/2006/relationships/customXml" Target="../ink/ink47.xml"/><Relationship Id="rId22" Type="http://schemas.openxmlformats.org/officeDocument/2006/relationships/image" Target="../media/image28.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41.png"/><Relationship Id="rId64" Type="http://schemas.openxmlformats.org/officeDocument/2006/relationships/image" Target="../media/image49.png"/><Relationship Id="rId69" Type="http://schemas.openxmlformats.org/officeDocument/2006/relationships/customXml" Target="../ink/ink34.xml"/><Relationship Id="rId80" Type="http://schemas.openxmlformats.org/officeDocument/2006/relationships/image" Target="../media/image57.png"/><Relationship Id="rId85" Type="http://schemas.openxmlformats.org/officeDocument/2006/relationships/customXml" Target="../ink/ink42.xml"/><Relationship Id="rId12" Type="http://schemas.openxmlformats.org/officeDocument/2006/relationships/image" Target="../media/image23.png"/><Relationship Id="rId17" Type="http://schemas.openxmlformats.org/officeDocument/2006/relationships/customXml" Target="../ink/ink8.xml"/><Relationship Id="rId33" Type="http://schemas.openxmlformats.org/officeDocument/2006/relationships/customXml" Target="../ink/ink16.xml"/><Relationship Id="rId38" Type="http://schemas.openxmlformats.org/officeDocument/2006/relationships/image" Target="../media/image36.png"/><Relationship Id="rId59" Type="http://schemas.openxmlformats.org/officeDocument/2006/relationships/customXml" Target="../ink/ink29.xml"/><Relationship Id="rId103" Type="http://schemas.openxmlformats.org/officeDocument/2006/relationships/customXml" Target="../ink/ink51.xml"/><Relationship Id="rId108" Type="http://schemas.openxmlformats.org/officeDocument/2006/relationships/image" Target="../media/image71.png"/><Relationship Id="rId20" Type="http://schemas.openxmlformats.org/officeDocument/2006/relationships/image" Target="../media/image27.png"/><Relationship Id="rId41" Type="http://schemas.openxmlformats.org/officeDocument/2006/relationships/customXml" Target="../ink/ink20.xml"/><Relationship Id="rId54" Type="http://schemas.openxmlformats.org/officeDocument/2006/relationships/image" Target="../media/image44.png"/><Relationship Id="rId62" Type="http://schemas.openxmlformats.org/officeDocument/2006/relationships/image" Target="../media/image48.png"/><Relationship Id="rId70" Type="http://schemas.openxmlformats.org/officeDocument/2006/relationships/image" Target="../media/image52.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61.png"/><Relationship Id="rId91" Type="http://schemas.openxmlformats.org/officeDocument/2006/relationships/customXml" Target="../ink/ink45.xml"/><Relationship Id="rId96"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20.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1.png"/><Relationship Id="rId36" Type="http://schemas.openxmlformats.org/officeDocument/2006/relationships/image" Target="../media/image35.png"/><Relationship Id="rId49" Type="http://schemas.openxmlformats.org/officeDocument/2006/relationships/customXml" Target="../ink/ink24.xml"/><Relationship Id="rId57" Type="http://schemas.openxmlformats.org/officeDocument/2006/relationships/customXml" Target="../ink/ink28.xml"/><Relationship Id="rId106" Type="http://schemas.openxmlformats.org/officeDocument/2006/relationships/image" Target="../media/image70.png"/><Relationship Id="rId10" Type="http://schemas.openxmlformats.org/officeDocument/2006/relationships/image" Target="../media/image22.png"/><Relationship Id="rId31" Type="http://schemas.openxmlformats.org/officeDocument/2006/relationships/customXml" Target="../ink/ink15.xml"/><Relationship Id="rId44" Type="http://schemas.openxmlformats.org/officeDocument/2006/relationships/image" Target="../media/image39.png"/><Relationship Id="rId52" Type="http://schemas.openxmlformats.org/officeDocument/2006/relationships/image" Target="../media/image43.png"/><Relationship Id="rId60" Type="http://schemas.openxmlformats.org/officeDocument/2006/relationships/image" Target="../media/image47.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56.png"/><Relationship Id="rId81" Type="http://schemas.openxmlformats.org/officeDocument/2006/relationships/customXml" Target="../ink/ink40.xml"/><Relationship Id="rId86" Type="http://schemas.openxmlformats.org/officeDocument/2006/relationships/image" Target="../media/image60.png"/><Relationship Id="rId94" Type="http://schemas.openxmlformats.org/officeDocument/2006/relationships/image" Target="../media/image64.png"/><Relationship Id="rId99" Type="http://schemas.openxmlformats.org/officeDocument/2006/relationships/customXml" Target="../ink/ink49.xml"/><Relationship Id="rId101" Type="http://schemas.openxmlformats.org/officeDocument/2006/relationships/customXml" Target="../ink/ink50.xml"/><Relationship Id="rId4" Type="http://schemas.openxmlformats.org/officeDocument/2006/relationships/image" Target="../media/image19.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26.png"/><Relationship Id="rId39" Type="http://schemas.openxmlformats.org/officeDocument/2006/relationships/customXml" Target="../ink/ink19.xml"/><Relationship Id="rId34" Type="http://schemas.openxmlformats.org/officeDocument/2006/relationships/image" Target="../media/image34.png"/><Relationship Id="rId50" Type="http://schemas.openxmlformats.org/officeDocument/2006/relationships/image" Target="../media/image42.png"/><Relationship Id="rId55" Type="http://schemas.openxmlformats.org/officeDocument/2006/relationships/customXml" Target="../ink/ink27.xml"/><Relationship Id="rId76" Type="http://schemas.openxmlformats.org/officeDocument/2006/relationships/image" Target="../media/image55.png"/><Relationship Id="rId97" Type="http://schemas.openxmlformats.org/officeDocument/2006/relationships/customXml" Target="../ink/ink48.xml"/><Relationship Id="rId104" Type="http://schemas.openxmlformats.org/officeDocument/2006/relationships/image" Target="../media/image69.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63.png"/><Relationship Id="rId2" Type="http://schemas.openxmlformats.org/officeDocument/2006/relationships/image" Target="../media/image18.png"/><Relationship Id="rId29" Type="http://schemas.openxmlformats.org/officeDocument/2006/relationships/customXml" Target="../ink/ink14.xml"/><Relationship Id="rId24" Type="http://schemas.openxmlformats.org/officeDocument/2006/relationships/image" Target="../media/image29.png"/><Relationship Id="rId40" Type="http://schemas.openxmlformats.org/officeDocument/2006/relationships/image" Target="../media/image37.png"/><Relationship Id="rId45" Type="http://schemas.openxmlformats.org/officeDocument/2006/relationships/customXml" Target="../ink/ink22.xml"/><Relationship Id="rId66" Type="http://schemas.openxmlformats.org/officeDocument/2006/relationships/image" Target="../media/image50.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58.png"/><Relationship Id="rId19" Type="http://schemas.openxmlformats.org/officeDocument/2006/relationships/customXml" Target="../ink/ink9.xml"/><Relationship Id="rId14" Type="http://schemas.openxmlformats.org/officeDocument/2006/relationships/image" Target="../media/image24.png"/><Relationship Id="rId30" Type="http://schemas.openxmlformats.org/officeDocument/2006/relationships/image" Target="../media/image32.png"/><Relationship Id="rId35" Type="http://schemas.openxmlformats.org/officeDocument/2006/relationships/customXml" Target="../ink/ink17.xml"/><Relationship Id="rId56" Type="http://schemas.openxmlformats.org/officeDocument/2006/relationships/image" Target="../media/image45.png"/><Relationship Id="rId77" Type="http://schemas.openxmlformats.org/officeDocument/2006/relationships/customXml" Target="../ink/ink38.xml"/><Relationship Id="rId100" Type="http://schemas.openxmlformats.org/officeDocument/2006/relationships/image" Target="../media/image67.png"/><Relationship Id="rId105" Type="http://schemas.openxmlformats.org/officeDocument/2006/relationships/customXml" Target="../ink/ink52.xml"/><Relationship Id="rId8" Type="http://schemas.openxmlformats.org/officeDocument/2006/relationships/image" Target="../media/image21.png"/><Relationship Id="rId51" Type="http://schemas.openxmlformats.org/officeDocument/2006/relationships/customXml" Target="../ink/ink25.xml"/><Relationship Id="rId72" Type="http://schemas.openxmlformats.org/officeDocument/2006/relationships/image" Target="../media/image53.png"/><Relationship Id="rId93" Type="http://schemas.openxmlformats.org/officeDocument/2006/relationships/customXml" Target="../ink/ink46.xml"/><Relationship Id="rId98" Type="http://schemas.openxmlformats.org/officeDocument/2006/relationships/image" Target="../media/image66.png"/><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40.png"/><Relationship Id="rId67" Type="http://schemas.openxmlformats.org/officeDocument/2006/relationships/customXml" Target="../ink/ink33.xml"/></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8.png"/><Relationship Id="rId7" Type="http://schemas.openxmlformats.org/officeDocument/2006/relationships/customXml" Target="../ink/ink56.xml"/><Relationship Id="rId2" Type="http://schemas.openxmlformats.org/officeDocument/2006/relationships/customXml" Target="../ink/ink54.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customXml" Target="../ink/ink55.xml"/><Relationship Id="rId4" Type="http://schemas.openxmlformats.org/officeDocument/2006/relationships/image" Target="../media/image79.png"/></Relationships>
</file>

<file path=ppt/slides/_rels/slide2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ocs.unity3d.com/ScriptReference/MonoBehaviour.FixedUpdate.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docs.unity3d.com/ScriptReference/Rigidbody.OnCollisionExit.html" TargetMode="External"/><Relationship Id="rId2" Type="http://schemas.openxmlformats.org/officeDocument/2006/relationships/hyperlink" Target="https://docs.unity3d.com/ScriptReference/Rigidbody.OnCollisionEnter.html" TargetMode="External"/><Relationship Id="rId1" Type="http://schemas.openxmlformats.org/officeDocument/2006/relationships/slideLayout" Target="../slideLayouts/slideLayout2.xml"/><Relationship Id="rId4" Type="http://schemas.openxmlformats.org/officeDocument/2006/relationships/hyperlink" Target="https://docs.unity3d.com/ScriptReference/Rigidbody.OnCollisionStay.html" TargetMode="External"/></Relationships>
</file>

<file path=ppt/slides/_rels/slide32.xml.rels><?xml version="1.0" encoding="UTF-8" standalone="yes"?>
<Relationships xmlns="http://schemas.openxmlformats.org/package/2006/relationships"><Relationship Id="rId2" Type="http://schemas.openxmlformats.org/officeDocument/2006/relationships/hyperlink" Target="https://docs.unity3d.com/ScriptReference/Collider.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unity3d.com/ScriptReference/Collision.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 Id="rId6" Type="http://schemas.openxmlformats.org/officeDocument/2006/relationships/hyperlink" Target="https://docs.unity3d.com/ScriptReference/Color-white.html" TargetMode="External"/><Relationship Id="rId5" Type="http://schemas.openxmlformats.org/officeDocument/2006/relationships/hyperlink" Target="https://docs.unity3d.com/ScriptReference/Debug.DrawRay.html" TargetMode="External"/><Relationship Id="rId4" Type="http://schemas.openxmlformats.org/officeDocument/2006/relationships/hyperlink" Target="https://docs.unity3d.com/ScriptReference/ContactPoint.html"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docs.unity3d.com/ScriptReference/Collision.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docs.unity3d.com/ScriptReference/Collision.html" TargetMode="External"/><Relationship Id="rId2" Type="http://schemas.openxmlformats.org/officeDocument/2006/relationships/hyperlink" Target="https://docs.unity3d.com/ScriptReference/MonoBehaviour.htm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1E9D6200-CE17-4B5B-A63F-33C84E512B08}"/>
              </a:ext>
            </a:extLst>
          </p:cNvPr>
          <p:cNvSpPr>
            <a:spLocks noGrp="1"/>
          </p:cNvSpPr>
          <p:nvPr>
            <p:ph type="ctrTitle"/>
          </p:nvPr>
        </p:nvSpPr>
        <p:spPr>
          <a:xfrm>
            <a:off x="1028700" y="2501742"/>
            <a:ext cx="10134600" cy="1343978"/>
          </a:xfrm>
        </p:spPr>
        <p:txBody>
          <a:bodyPr>
            <a:noAutofit/>
          </a:bodyPr>
          <a:lstStyle/>
          <a:p>
            <a:r>
              <a:rPr lang="en-US" altLang="tr-TR" sz="4800" b="1" dirty="0"/>
              <a:t>Introduction to Game Development (with Unity)</a:t>
            </a:r>
            <a:br>
              <a:rPr lang="en-US" altLang="tr-TR" sz="4800" b="1" dirty="0"/>
            </a:br>
            <a:r>
              <a:rPr lang="en-US" sz="4000" dirty="0"/>
              <a:t>Week 2: Understanding Unity in details</a:t>
            </a:r>
            <a:endParaRPr lang="tr-TR" altLang="tr-TR" i="1" dirty="0"/>
          </a:p>
        </p:txBody>
      </p:sp>
      <p:sp>
        <p:nvSpPr>
          <p:cNvPr id="3075" name="Subtitle 2">
            <a:extLst>
              <a:ext uri="{FF2B5EF4-FFF2-40B4-BE49-F238E27FC236}">
                <a16:creationId xmlns:a16="http://schemas.microsoft.com/office/drawing/2014/main" id="{9558F8B6-4F45-4B3A-B1B1-1DD3D4277ACD}"/>
              </a:ext>
            </a:extLst>
          </p:cNvPr>
          <p:cNvSpPr>
            <a:spLocks noGrp="1"/>
          </p:cNvSpPr>
          <p:nvPr>
            <p:ph type="subTitle" idx="1"/>
          </p:nvPr>
        </p:nvSpPr>
        <p:spPr>
          <a:xfrm>
            <a:off x="876300" y="4724400"/>
            <a:ext cx="10439400" cy="390517"/>
          </a:xfrm>
        </p:spPr>
        <p:txBody>
          <a:bodyPr/>
          <a:lstStyle/>
          <a:p>
            <a:r>
              <a:rPr lang="en-US" altLang="tr-TR" sz="2000" dirty="0">
                <a:solidFill>
                  <a:schemeClr val="tx1">
                    <a:lumMod val="50000"/>
                    <a:lumOff val="50000"/>
                  </a:schemeClr>
                </a:solidFill>
              </a:rPr>
              <a:t>Ozacar Kasim</a:t>
            </a:r>
            <a:r>
              <a:rPr lang="en-US" altLang="tr-TR" sz="2000">
                <a:solidFill>
                  <a:schemeClr val="tx1">
                    <a:lumMod val="50000"/>
                    <a:lumOff val="50000"/>
                  </a:schemeClr>
                </a:solidFill>
              </a:rPr>
              <a:t>, PhD </a:t>
            </a:r>
            <a:r>
              <a:rPr lang="en-US" altLang="tr-TR" sz="2000" dirty="0">
                <a:solidFill>
                  <a:schemeClr val="tx1">
                    <a:lumMod val="50000"/>
                    <a:lumOff val="50000"/>
                  </a:schemeClr>
                </a:solidFill>
              </a:rPr>
              <a:t>| Computer Engineering Department</a:t>
            </a:r>
            <a:endParaRPr lang="tr-TR" altLang="tr-TR" sz="2000" dirty="0">
              <a:solidFill>
                <a:schemeClr val="tx1">
                  <a:lumMod val="50000"/>
                  <a:lumOff val="50000"/>
                </a:schemeClr>
              </a:solidFill>
            </a:endParaRPr>
          </a:p>
        </p:txBody>
      </p:sp>
      <p:sp>
        <p:nvSpPr>
          <p:cNvPr id="3" name="TextBox 2">
            <a:extLst>
              <a:ext uri="{FF2B5EF4-FFF2-40B4-BE49-F238E27FC236}">
                <a16:creationId xmlns:a16="http://schemas.microsoft.com/office/drawing/2014/main" id="{4CEFC451-49B6-4824-BB04-D1B258B67AA3}"/>
              </a:ext>
            </a:extLst>
          </p:cNvPr>
          <p:cNvSpPr txBox="1"/>
          <p:nvPr/>
        </p:nvSpPr>
        <p:spPr>
          <a:xfrm>
            <a:off x="116205" y="76201"/>
            <a:ext cx="838444" cy="408623"/>
          </a:xfrm>
          <a:prstGeom prst="roundRect">
            <a:avLst/>
          </a:prstGeom>
          <a:solidFill>
            <a:srgbClr val="FF0000"/>
          </a:solidFill>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dirty="0"/>
              <a:t>week2</a:t>
            </a:r>
            <a:endParaRPr lang="tr-TR" dirty="0"/>
          </a:p>
        </p:txBody>
      </p:sp>
      <p:cxnSp>
        <p:nvCxnSpPr>
          <p:cNvPr id="10" name="Straight Connector 9">
            <a:extLst>
              <a:ext uri="{FF2B5EF4-FFF2-40B4-BE49-F238E27FC236}">
                <a16:creationId xmlns:a16="http://schemas.microsoft.com/office/drawing/2014/main" id="{52CDED84-27F3-4C44-9265-DF96EEBE5484}"/>
              </a:ext>
            </a:extLst>
          </p:cNvPr>
          <p:cNvCxnSpPr/>
          <p:nvPr/>
        </p:nvCxnSpPr>
        <p:spPr>
          <a:xfrm>
            <a:off x="116205" y="1905000"/>
            <a:ext cx="11986260"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BAB7162-68E7-4B2D-B529-7F408CA90F24}"/>
              </a:ext>
            </a:extLst>
          </p:cNvPr>
          <p:cNvCxnSpPr/>
          <p:nvPr/>
        </p:nvCxnSpPr>
        <p:spPr>
          <a:xfrm>
            <a:off x="116205" y="3733800"/>
            <a:ext cx="11986260"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3574A779-4111-4F0A-A3D4-006C4D224F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0564" y="3957639"/>
            <a:ext cx="3034871" cy="3034871"/>
          </a:xfrm>
          <a:prstGeom prst="rect">
            <a:avLst/>
          </a:prstGeom>
        </p:spPr>
      </p:pic>
      <p:sp>
        <p:nvSpPr>
          <p:cNvPr id="14" name="Footer Placeholder 13">
            <a:extLst>
              <a:ext uri="{FF2B5EF4-FFF2-40B4-BE49-F238E27FC236}">
                <a16:creationId xmlns:a16="http://schemas.microsoft.com/office/drawing/2014/main" id="{E9656AD4-BFC1-4AB1-9686-E4A0C1A75152}"/>
              </a:ext>
            </a:extLst>
          </p:cNvPr>
          <p:cNvSpPr>
            <a:spLocks noGrp="1"/>
          </p:cNvSpPr>
          <p:nvPr>
            <p:ph type="ftr" sz="quarter" idx="11"/>
          </p:nvPr>
        </p:nvSpPr>
        <p:spPr/>
        <p:txBody>
          <a:bodyPr/>
          <a:lstStyle/>
          <a:p>
            <a:r>
              <a:rPr lang="en-US" altLang="tr-TR" dirty="0">
                <a:solidFill>
                  <a:schemeClr val="bg1">
                    <a:lumMod val="75000"/>
                  </a:schemeClr>
                </a:solidFill>
              </a:rPr>
              <a:t>CME225 OOP</a:t>
            </a:r>
            <a:endParaRPr lang="tr-TR" dirty="0">
              <a:solidFill>
                <a:schemeClr val="bg1">
                  <a:lumMod val="75000"/>
                </a:schemeClr>
              </a:solidFill>
            </a:endParaRPr>
          </a:p>
        </p:txBody>
      </p:sp>
      <p:sp>
        <p:nvSpPr>
          <p:cNvPr id="15" name="Slide Number Placeholder 14">
            <a:extLst>
              <a:ext uri="{FF2B5EF4-FFF2-40B4-BE49-F238E27FC236}">
                <a16:creationId xmlns:a16="http://schemas.microsoft.com/office/drawing/2014/main" id="{65BEFF6E-159E-4C9E-AC7A-03A39907D66E}"/>
              </a:ext>
            </a:extLst>
          </p:cNvPr>
          <p:cNvSpPr>
            <a:spLocks noGrp="1"/>
          </p:cNvSpPr>
          <p:nvPr>
            <p:ph type="sldNum" sz="quarter" idx="12"/>
          </p:nvPr>
        </p:nvSpPr>
        <p:spPr/>
        <p:txBody>
          <a:bodyPr/>
          <a:lstStyle/>
          <a:p>
            <a:pPr>
              <a:defRPr/>
            </a:pPr>
            <a:fld id="{57B778A4-CD89-4F1C-8B63-4C925737E84A}" type="slidenum">
              <a:rPr lang="en-US" altLang="en-US" smtClean="0"/>
              <a:pPr>
                <a:defRPr/>
              </a:pPr>
              <a:t>1</a:t>
            </a:fld>
            <a:endParaRPr lang="en-US" altLang="en-US"/>
          </a:p>
        </p:txBody>
      </p:sp>
    </p:spTree>
    <p:extLst>
      <p:ext uri="{BB962C8B-B14F-4D97-AF65-F5344CB8AC3E}">
        <p14:creationId xmlns:p14="http://schemas.microsoft.com/office/powerpoint/2010/main" val="277926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E06D-DA94-489E-9A8D-84239D29A2D4}"/>
              </a:ext>
            </a:extLst>
          </p:cNvPr>
          <p:cNvSpPr>
            <a:spLocks noGrp="1"/>
          </p:cNvSpPr>
          <p:nvPr>
            <p:ph type="title"/>
          </p:nvPr>
        </p:nvSpPr>
        <p:spPr/>
        <p:txBody>
          <a:bodyPr/>
          <a:lstStyle/>
          <a:p>
            <a:r>
              <a:rPr lang="en-US" dirty="0"/>
              <a:t>Week 1: Summary</a:t>
            </a:r>
            <a:endParaRPr lang="tr-TR" dirty="0"/>
          </a:p>
        </p:txBody>
      </p:sp>
      <p:sp>
        <p:nvSpPr>
          <p:cNvPr id="3" name="Content Placeholder 2">
            <a:extLst>
              <a:ext uri="{FF2B5EF4-FFF2-40B4-BE49-F238E27FC236}">
                <a16:creationId xmlns:a16="http://schemas.microsoft.com/office/drawing/2014/main" id="{AAE64B7B-0630-4681-A9BF-A2C2FE27CF40}"/>
              </a:ext>
            </a:extLst>
          </p:cNvPr>
          <p:cNvSpPr>
            <a:spLocks noGrp="1"/>
          </p:cNvSpPr>
          <p:nvPr>
            <p:ph idx="1"/>
          </p:nvPr>
        </p:nvSpPr>
        <p:spPr>
          <a:xfrm>
            <a:off x="838200" y="1533832"/>
            <a:ext cx="4933335" cy="5112774"/>
          </a:xfrm>
        </p:spPr>
        <p:txBody>
          <a:bodyPr>
            <a:normAutofit/>
          </a:bodyPr>
          <a:lstStyle/>
          <a:p>
            <a:r>
              <a:rPr lang="en-US" sz="3200" dirty="0"/>
              <a:t>Structure of C#</a:t>
            </a:r>
          </a:p>
          <a:p>
            <a:pPr lvl="1"/>
            <a:r>
              <a:rPr lang="en-US" dirty="0"/>
              <a:t>Syntax</a:t>
            </a:r>
          </a:p>
          <a:p>
            <a:pPr lvl="1"/>
            <a:r>
              <a:rPr lang="en-US" dirty="0"/>
              <a:t>Loops</a:t>
            </a:r>
          </a:p>
          <a:p>
            <a:pPr lvl="1"/>
            <a:r>
              <a:rPr lang="en-US" dirty="0"/>
              <a:t>Variables</a:t>
            </a:r>
          </a:p>
          <a:p>
            <a:pPr lvl="1"/>
            <a:r>
              <a:rPr lang="en-US" dirty="0"/>
              <a:t>Method</a:t>
            </a:r>
          </a:p>
          <a:p>
            <a:pPr lvl="1"/>
            <a:r>
              <a:rPr lang="en-US" dirty="0"/>
              <a:t>Class</a:t>
            </a:r>
          </a:p>
          <a:p>
            <a:pPr lvl="1"/>
            <a:r>
              <a:rPr lang="en-US" dirty="0"/>
              <a:t>Interface</a:t>
            </a:r>
          </a:p>
          <a:p>
            <a:pPr lvl="1"/>
            <a:r>
              <a:rPr lang="en-US" dirty="0" err="1"/>
              <a:t>Enum</a:t>
            </a:r>
            <a:endParaRPr lang="en-US" dirty="0"/>
          </a:p>
          <a:p>
            <a:pPr lvl="1"/>
            <a:endParaRPr lang="en-US" dirty="0"/>
          </a:p>
          <a:p>
            <a:pPr lvl="1"/>
            <a:endParaRPr lang="en-US" dirty="0"/>
          </a:p>
        </p:txBody>
      </p:sp>
      <p:sp>
        <p:nvSpPr>
          <p:cNvPr id="5" name="Footer Placeholder 4">
            <a:extLst>
              <a:ext uri="{FF2B5EF4-FFF2-40B4-BE49-F238E27FC236}">
                <a16:creationId xmlns:a16="http://schemas.microsoft.com/office/drawing/2014/main" id="{9DB6DE4B-AB24-4461-A564-97AF85AC347D}"/>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6" name="Slide Number Placeholder 5">
            <a:extLst>
              <a:ext uri="{FF2B5EF4-FFF2-40B4-BE49-F238E27FC236}">
                <a16:creationId xmlns:a16="http://schemas.microsoft.com/office/drawing/2014/main" id="{238BB7B4-26E9-416D-B9F7-9DFEB6C0789C}"/>
              </a:ext>
            </a:extLst>
          </p:cNvPr>
          <p:cNvSpPr>
            <a:spLocks noGrp="1"/>
          </p:cNvSpPr>
          <p:nvPr>
            <p:ph type="sldNum" sz="quarter" idx="12"/>
          </p:nvPr>
        </p:nvSpPr>
        <p:spPr/>
        <p:txBody>
          <a:bodyPr/>
          <a:lstStyle/>
          <a:p>
            <a:fld id="{2698BB43-DB97-4C55-8D33-CA4AB6A13C97}" type="slidenum">
              <a:rPr lang="tr-TR" smtClean="0"/>
              <a:t>2</a:t>
            </a:fld>
            <a:endParaRPr lang="tr-TR"/>
          </a:p>
        </p:txBody>
      </p:sp>
      <p:sp>
        <p:nvSpPr>
          <p:cNvPr id="8" name="Content Placeholder 2">
            <a:extLst>
              <a:ext uri="{FF2B5EF4-FFF2-40B4-BE49-F238E27FC236}">
                <a16:creationId xmlns:a16="http://schemas.microsoft.com/office/drawing/2014/main" id="{9279AA51-9FAB-4CDA-A512-B59F126785E1}"/>
              </a:ext>
            </a:extLst>
          </p:cNvPr>
          <p:cNvSpPr txBox="1">
            <a:spLocks/>
          </p:cNvSpPr>
          <p:nvPr/>
        </p:nvSpPr>
        <p:spPr>
          <a:xfrm>
            <a:off x="4594934" y="1533832"/>
            <a:ext cx="4933335" cy="35086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OOP concepts in C#</a:t>
            </a:r>
          </a:p>
          <a:p>
            <a:pPr lvl="1"/>
            <a:r>
              <a:rPr lang="en-US" dirty="0"/>
              <a:t>Encapsulation </a:t>
            </a:r>
          </a:p>
          <a:p>
            <a:pPr lvl="1"/>
            <a:r>
              <a:rPr lang="en-US" dirty="0"/>
              <a:t>Inheritance</a:t>
            </a:r>
          </a:p>
          <a:p>
            <a:pPr lvl="1"/>
            <a:r>
              <a:rPr lang="en-US" dirty="0"/>
              <a:t>Polymorphism </a:t>
            </a:r>
          </a:p>
          <a:p>
            <a:pPr lvl="1"/>
            <a:r>
              <a:rPr lang="en-US" dirty="0"/>
              <a:t>Abstraction</a:t>
            </a:r>
          </a:p>
          <a:p>
            <a:pPr lvl="1"/>
            <a:endParaRPr lang="en-US" dirty="0"/>
          </a:p>
          <a:p>
            <a:pPr lvl="1"/>
            <a:endParaRPr lang="en-US" dirty="0"/>
          </a:p>
        </p:txBody>
      </p:sp>
      <p:sp>
        <p:nvSpPr>
          <p:cNvPr id="4" name="TextBox 3">
            <a:extLst>
              <a:ext uri="{FF2B5EF4-FFF2-40B4-BE49-F238E27FC236}">
                <a16:creationId xmlns:a16="http://schemas.microsoft.com/office/drawing/2014/main" id="{2CF92EDF-0CB5-D248-C89C-BCCFFD94A3D3}"/>
              </a:ext>
            </a:extLst>
          </p:cNvPr>
          <p:cNvSpPr txBox="1"/>
          <p:nvPr/>
        </p:nvSpPr>
        <p:spPr>
          <a:xfrm>
            <a:off x="116205" y="76201"/>
            <a:ext cx="1796822" cy="408623"/>
          </a:xfrm>
          <a:prstGeom prst="roundRect">
            <a:avLst/>
          </a:prstGeom>
          <a:solidFill>
            <a:srgbClr val="FF0000"/>
          </a:solidFill>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dirty="0"/>
              <a:t>Week1 summary</a:t>
            </a:r>
            <a:endParaRPr lang="tr-TR" dirty="0"/>
          </a:p>
        </p:txBody>
      </p:sp>
    </p:spTree>
    <p:extLst>
      <p:ext uri="{BB962C8B-B14F-4D97-AF65-F5344CB8AC3E}">
        <p14:creationId xmlns:p14="http://schemas.microsoft.com/office/powerpoint/2010/main" val="2363510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4A066-9F7E-7D20-E019-89082F49F5FC}"/>
              </a:ext>
            </a:extLst>
          </p:cNvPr>
          <p:cNvSpPr>
            <a:spLocks noGrp="1"/>
          </p:cNvSpPr>
          <p:nvPr>
            <p:ph type="title"/>
          </p:nvPr>
        </p:nvSpPr>
        <p:spPr/>
        <p:txBody>
          <a:bodyPr/>
          <a:lstStyle/>
          <a:p>
            <a:r>
              <a:rPr lang="en-US" dirty="0"/>
              <a:t>SOLID principles</a:t>
            </a:r>
          </a:p>
        </p:txBody>
      </p:sp>
      <p:sp>
        <p:nvSpPr>
          <p:cNvPr id="3" name="Content Placeholder 2">
            <a:extLst>
              <a:ext uri="{FF2B5EF4-FFF2-40B4-BE49-F238E27FC236}">
                <a16:creationId xmlns:a16="http://schemas.microsoft.com/office/drawing/2014/main" id="{571B45F2-E435-99E2-7561-01630173E928}"/>
              </a:ext>
            </a:extLst>
          </p:cNvPr>
          <p:cNvSpPr>
            <a:spLocks noGrp="1"/>
          </p:cNvSpPr>
          <p:nvPr>
            <p:ph idx="1"/>
          </p:nvPr>
        </p:nvSpPr>
        <p:spPr>
          <a:xfrm>
            <a:off x="499621" y="1787918"/>
            <a:ext cx="11415859" cy="4867406"/>
          </a:xfrm>
        </p:spPr>
        <p:txBody>
          <a:bodyPr>
            <a:normAutofit/>
          </a:bodyPr>
          <a:lstStyle/>
          <a:p>
            <a:pPr marL="0" indent="0" algn="l">
              <a:buNone/>
            </a:pPr>
            <a:r>
              <a:rPr lang="en-US" sz="2000" b="0" i="0" dirty="0">
                <a:effectLst/>
                <a:latin typeface="__Inter_1fc7a2"/>
              </a:rPr>
              <a:t>These principles establish practices for developing software with considerations for maintaining and extending it as the project grows. </a:t>
            </a:r>
          </a:p>
          <a:p>
            <a:pPr marL="0" indent="0" algn="l">
              <a:buNone/>
            </a:pPr>
            <a:r>
              <a:rPr lang="en-US" sz="2000" b="0" i="0" dirty="0">
                <a:effectLst/>
                <a:latin typeface="__Inter_1fc7a2"/>
              </a:rPr>
              <a:t>SOLID stands for:</a:t>
            </a:r>
          </a:p>
          <a:p>
            <a:pPr algn="l">
              <a:buFont typeface="Arial" panose="020B0604020202020204" pitchFamily="34" charset="0"/>
              <a:buChar char="•"/>
            </a:pPr>
            <a:r>
              <a:rPr lang="en-US" sz="2000" b="1" i="0" u="none" strike="noStrike" dirty="0">
                <a:solidFill>
                  <a:srgbClr val="467886"/>
                </a:solidFill>
                <a:effectLst/>
                <a:latin typeface="__Inter_1fc7a2"/>
                <a:hlinkClick r:id="rId2">
                  <a:extLst>
                    <a:ext uri="{A12FA001-AC4F-418D-AE19-62706E023703}">
                      <ahyp:hlinkClr xmlns:ahyp="http://schemas.microsoft.com/office/drawing/2018/hyperlinkcolor" val="tx"/>
                    </a:ext>
                  </a:extLst>
                </a:hlinkClick>
              </a:rPr>
              <a:t>S</a:t>
            </a:r>
            <a:r>
              <a:rPr lang="en-US" sz="2000" b="0" i="0" u="none" strike="noStrike" dirty="0">
                <a:effectLst/>
                <a:latin typeface="__Inter_1fc7a2"/>
                <a:hlinkClick r:id="rId2">
                  <a:extLst>
                    <a:ext uri="{A12FA001-AC4F-418D-AE19-62706E023703}">
                      <ahyp:hlinkClr xmlns:ahyp="http://schemas.microsoft.com/office/drawing/2018/hyperlinkcolor" val="tx"/>
                    </a:ext>
                  </a:extLst>
                </a:hlinkClick>
              </a:rPr>
              <a:t> -  Single-responsibility Principle</a:t>
            </a:r>
            <a:endParaRPr lang="en-US" sz="2000" b="0" i="0" u="none" strike="noStrike" dirty="0">
              <a:effectLst/>
              <a:latin typeface="__Inter_1fc7a2"/>
            </a:endParaRPr>
          </a:p>
          <a:p>
            <a:pPr marL="457200" lvl="1" indent="0">
              <a:buNone/>
            </a:pPr>
            <a:r>
              <a:rPr lang="en-US" sz="1800" dirty="0"/>
              <a:t>Each class should have only one reason to change.</a:t>
            </a:r>
            <a:endParaRPr lang="en-US" sz="1800" b="0" i="0" dirty="0">
              <a:effectLst/>
              <a:latin typeface="__Inter_1fc7a2"/>
            </a:endParaRPr>
          </a:p>
          <a:p>
            <a:pPr algn="l">
              <a:buFont typeface="Arial" panose="020B0604020202020204" pitchFamily="34" charset="0"/>
              <a:buChar char="•"/>
            </a:pPr>
            <a:r>
              <a:rPr lang="en-US" sz="2000" b="1" i="0" u="none" strike="noStrike" dirty="0">
                <a:solidFill>
                  <a:srgbClr val="467886"/>
                </a:solidFill>
                <a:effectLst/>
                <a:latin typeface="__Inter_1fc7a2"/>
                <a:hlinkClick r:id="rId3">
                  <a:extLst>
                    <a:ext uri="{A12FA001-AC4F-418D-AE19-62706E023703}">
                      <ahyp:hlinkClr xmlns:ahyp="http://schemas.microsoft.com/office/drawing/2018/hyperlinkcolor" val="tx"/>
                    </a:ext>
                  </a:extLst>
                </a:hlinkClick>
              </a:rPr>
              <a:t>O</a:t>
            </a:r>
            <a:r>
              <a:rPr lang="en-US" sz="2000" b="0" i="0" u="none" strike="noStrike" dirty="0">
                <a:effectLst/>
                <a:latin typeface="__Inter_1fc7a2"/>
                <a:hlinkClick r:id="rId3">
                  <a:extLst>
                    <a:ext uri="{A12FA001-AC4F-418D-AE19-62706E023703}">
                      <ahyp:hlinkClr xmlns:ahyp="http://schemas.microsoft.com/office/drawing/2018/hyperlinkcolor" val="tx"/>
                    </a:ext>
                  </a:extLst>
                </a:hlinkClick>
              </a:rPr>
              <a:t> - Open-closed Principle</a:t>
            </a:r>
            <a:endParaRPr lang="en-US" sz="2000" b="0" i="0" u="none" strike="noStrike" dirty="0">
              <a:effectLst/>
              <a:latin typeface="__Inter_1fc7a2"/>
            </a:endParaRPr>
          </a:p>
          <a:p>
            <a:pPr marL="457200" lvl="1" indent="0">
              <a:buNone/>
            </a:pPr>
            <a:r>
              <a:rPr lang="en-US" sz="1800" dirty="0"/>
              <a:t>Code should be open for extension but closed for modification.</a:t>
            </a:r>
            <a:endParaRPr lang="en-US" sz="1800" b="0" i="0" dirty="0">
              <a:effectLst/>
              <a:latin typeface="__Inter_1fc7a2"/>
            </a:endParaRPr>
          </a:p>
          <a:p>
            <a:pPr algn="l">
              <a:buFont typeface="Arial" panose="020B0604020202020204" pitchFamily="34" charset="0"/>
              <a:buChar char="•"/>
            </a:pPr>
            <a:r>
              <a:rPr lang="en-US" sz="2000" b="1" i="0" u="none" strike="noStrike" dirty="0">
                <a:solidFill>
                  <a:srgbClr val="467886"/>
                </a:solidFill>
                <a:effectLst/>
                <a:latin typeface="__Inter_1fc7a2"/>
                <a:hlinkClick r:id="rId4">
                  <a:extLst>
                    <a:ext uri="{A12FA001-AC4F-418D-AE19-62706E023703}">
                      <ahyp:hlinkClr xmlns:ahyp="http://schemas.microsoft.com/office/drawing/2018/hyperlinkcolor" val="tx"/>
                    </a:ext>
                  </a:extLst>
                </a:hlinkClick>
              </a:rPr>
              <a:t>L</a:t>
            </a:r>
            <a:r>
              <a:rPr lang="en-US" sz="2000" b="0" i="0" u="none" strike="noStrike" dirty="0">
                <a:solidFill>
                  <a:srgbClr val="467886"/>
                </a:solidFill>
                <a:effectLst/>
                <a:latin typeface="__Inter_1fc7a2"/>
                <a:hlinkClick r:id="rId4">
                  <a:extLst>
                    <a:ext uri="{A12FA001-AC4F-418D-AE19-62706E023703}">
                      <ahyp:hlinkClr xmlns:ahyp="http://schemas.microsoft.com/office/drawing/2018/hyperlinkcolor" val="tx"/>
                    </a:ext>
                  </a:extLst>
                </a:hlinkClick>
              </a:rPr>
              <a:t> - </a:t>
            </a:r>
            <a:r>
              <a:rPr lang="en-US" sz="2000" b="0" i="0" u="none" strike="noStrike" dirty="0">
                <a:effectLst/>
                <a:latin typeface="__Inter_1fc7a2"/>
                <a:hlinkClick r:id="rId4">
                  <a:extLst>
                    <a:ext uri="{A12FA001-AC4F-418D-AE19-62706E023703}">
                      <ahyp:hlinkClr xmlns:ahyp="http://schemas.microsoft.com/office/drawing/2018/hyperlinkcolor" val="tx"/>
                    </a:ext>
                  </a:extLst>
                </a:hlinkClick>
              </a:rPr>
              <a:t> </a:t>
            </a:r>
            <a:r>
              <a:rPr lang="en-US" sz="2000" b="0" i="0" u="none" strike="noStrike" dirty="0" err="1">
                <a:effectLst/>
                <a:latin typeface="__Inter_1fc7a2"/>
                <a:hlinkClick r:id="rId4">
                  <a:extLst>
                    <a:ext uri="{A12FA001-AC4F-418D-AE19-62706E023703}">
                      <ahyp:hlinkClr xmlns:ahyp="http://schemas.microsoft.com/office/drawing/2018/hyperlinkcolor" val="tx"/>
                    </a:ext>
                  </a:extLst>
                </a:hlinkClick>
              </a:rPr>
              <a:t>Liskov</a:t>
            </a:r>
            <a:r>
              <a:rPr lang="en-US" sz="2000" b="0" i="0" u="none" strike="noStrike" dirty="0">
                <a:effectLst/>
                <a:latin typeface="__Inter_1fc7a2"/>
                <a:hlinkClick r:id="rId4">
                  <a:extLst>
                    <a:ext uri="{A12FA001-AC4F-418D-AE19-62706E023703}">
                      <ahyp:hlinkClr xmlns:ahyp="http://schemas.microsoft.com/office/drawing/2018/hyperlinkcolor" val="tx"/>
                    </a:ext>
                  </a:extLst>
                </a:hlinkClick>
              </a:rPr>
              <a:t> Substitution Principle</a:t>
            </a:r>
            <a:endParaRPr lang="en-US" sz="2000" b="0" i="0" u="none" strike="noStrike" dirty="0">
              <a:effectLst/>
              <a:latin typeface="__Inter_1fc7a2"/>
            </a:endParaRPr>
          </a:p>
          <a:p>
            <a:pPr marL="0" indent="0">
              <a:buNone/>
            </a:pPr>
            <a:r>
              <a:rPr lang="en-US" sz="2000" dirty="0"/>
              <a:t>        A subclass should be able to replace its parent class without breaking the system.</a:t>
            </a:r>
            <a:endParaRPr lang="en-US" sz="2000" b="0" i="0" dirty="0">
              <a:effectLst/>
              <a:latin typeface="__Inter_1fc7a2"/>
            </a:endParaRPr>
          </a:p>
          <a:p>
            <a:pPr algn="l">
              <a:buFont typeface="Arial" panose="020B0604020202020204" pitchFamily="34" charset="0"/>
              <a:buChar char="•"/>
            </a:pPr>
            <a:r>
              <a:rPr lang="en-US" sz="2000" b="1" i="0" u="none" strike="noStrike" dirty="0">
                <a:solidFill>
                  <a:srgbClr val="467886"/>
                </a:solidFill>
                <a:effectLst/>
                <a:latin typeface="__Inter_1fc7a2"/>
                <a:hlinkClick r:id="rId5">
                  <a:extLst>
                    <a:ext uri="{A12FA001-AC4F-418D-AE19-62706E023703}">
                      <ahyp:hlinkClr xmlns:ahyp="http://schemas.microsoft.com/office/drawing/2018/hyperlinkcolor" val="tx"/>
                    </a:ext>
                  </a:extLst>
                </a:hlinkClick>
              </a:rPr>
              <a:t>I</a:t>
            </a:r>
            <a:r>
              <a:rPr lang="en-US" sz="2000" b="0" i="0" u="none" strike="noStrike" dirty="0">
                <a:effectLst/>
                <a:latin typeface="__Inter_1fc7a2"/>
                <a:hlinkClick r:id="rId5">
                  <a:extLst>
                    <a:ext uri="{A12FA001-AC4F-418D-AE19-62706E023703}">
                      <ahyp:hlinkClr xmlns:ahyp="http://schemas.microsoft.com/office/drawing/2018/hyperlinkcolor" val="tx"/>
                    </a:ext>
                  </a:extLst>
                </a:hlinkClick>
              </a:rPr>
              <a:t> -   Interface Segregation Principle</a:t>
            </a:r>
            <a:endParaRPr lang="en-US" sz="2000" b="0" i="0" u="none" strike="noStrike" dirty="0">
              <a:effectLst/>
              <a:latin typeface="__Inter_1fc7a2"/>
            </a:endParaRPr>
          </a:p>
          <a:p>
            <a:pPr marL="0" indent="0">
              <a:buNone/>
            </a:pPr>
            <a:r>
              <a:rPr lang="en-US" sz="2000" dirty="0"/>
              <a:t>      A class should not be forced to implement methods it doesn’t use.</a:t>
            </a:r>
            <a:endParaRPr lang="en-US" sz="2000" b="0" i="0" dirty="0">
              <a:effectLst/>
              <a:latin typeface="__Inter_1fc7a2"/>
            </a:endParaRPr>
          </a:p>
          <a:p>
            <a:pPr algn="l">
              <a:buFont typeface="Arial" panose="020B0604020202020204" pitchFamily="34" charset="0"/>
              <a:buChar char="•"/>
            </a:pPr>
            <a:r>
              <a:rPr lang="en-US" sz="2000" b="1" i="0" u="none" strike="noStrike" dirty="0">
                <a:solidFill>
                  <a:srgbClr val="467886"/>
                </a:solidFill>
                <a:effectLst/>
                <a:latin typeface="__Inter_1fc7a2"/>
                <a:hlinkClick r:id="rId6">
                  <a:extLst>
                    <a:ext uri="{A12FA001-AC4F-418D-AE19-62706E023703}">
                      <ahyp:hlinkClr xmlns:ahyp="http://schemas.microsoft.com/office/drawing/2018/hyperlinkcolor" val="tx"/>
                    </a:ext>
                  </a:extLst>
                </a:hlinkClick>
              </a:rPr>
              <a:t>D</a:t>
            </a:r>
            <a:r>
              <a:rPr lang="en-US" sz="2000" b="0" i="0" u="none" strike="noStrike" dirty="0">
                <a:effectLst/>
                <a:latin typeface="__Inter_1fc7a2"/>
                <a:hlinkClick r:id="rId6">
                  <a:extLst>
                    <a:ext uri="{A12FA001-AC4F-418D-AE19-62706E023703}">
                      <ahyp:hlinkClr xmlns:ahyp="http://schemas.microsoft.com/office/drawing/2018/hyperlinkcolor" val="tx"/>
                    </a:ext>
                  </a:extLst>
                </a:hlinkClick>
              </a:rPr>
              <a:t> - Dependency Inversion Principle</a:t>
            </a:r>
            <a:endParaRPr lang="en-US" sz="2000" b="0" i="0" u="none" strike="noStrike" dirty="0">
              <a:effectLst/>
              <a:latin typeface="__Inter_1fc7a2"/>
            </a:endParaRPr>
          </a:p>
          <a:p>
            <a:pPr marL="457200" lvl="1" indent="0">
              <a:buNone/>
            </a:pPr>
            <a:r>
              <a:rPr lang="en-US" sz="1800" dirty="0"/>
              <a:t>High-level modules should not depend on low-level modules. Both should depend on abstractions.</a:t>
            </a:r>
          </a:p>
          <a:p>
            <a:pPr algn="l">
              <a:buFont typeface="Arial" panose="020B0604020202020204" pitchFamily="34" charset="0"/>
              <a:buChar char="•"/>
            </a:pPr>
            <a:endParaRPr lang="en-US" sz="2000" b="0" i="0" dirty="0">
              <a:effectLst/>
              <a:latin typeface="__Inter_1fc7a2"/>
            </a:endParaRPr>
          </a:p>
          <a:p>
            <a:endParaRPr lang="en-US" sz="2000" dirty="0"/>
          </a:p>
        </p:txBody>
      </p:sp>
      <p:sp>
        <p:nvSpPr>
          <p:cNvPr id="4" name="TextBox 3">
            <a:extLst>
              <a:ext uri="{FF2B5EF4-FFF2-40B4-BE49-F238E27FC236}">
                <a16:creationId xmlns:a16="http://schemas.microsoft.com/office/drawing/2014/main" id="{B00420B6-47AC-926B-D98D-39C9735A9A26}"/>
              </a:ext>
            </a:extLst>
          </p:cNvPr>
          <p:cNvSpPr txBox="1"/>
          <p:nvPr/>
        </p:nvSpPr>
        <p:spPr>
          <a:xfrm>
            <a:off x="116205" y="76201"/>
            <a:ext cx="1796822" cy="408623"/>
          </a:xfrm>
          <a:prstGeom prst="roundRect">
            <a:avLst/>
          </a:prstGeom>
          <a:solidFill>
            <a:srgbClr val="FF0000"/>
          </a:solidFill>
        </p:spPr>
        <p:style>
          <a:lnRef idx="0">
            <a:schemeClr val="accent5"/>
          </a:lnRef>
          <a:fillRef idx="3">
            <a:schemeClr val="accent5"/>
          </a:fillRef>
          <a:effectRef idx="3">
            <a:schemeClr val="accent5"/>
          </a:effectRef>
          <a:fontRef idx="minor">
            <a:schemeClr val="lt1"/>
          </a:fontRef>
        </p:style>
        <p:txBody>
          <a:bodyPr wrap="none" rtlCol="0">
            <a:spAutoFit/>
          </a:bodyPr>
          <a:lstStyle/>
          <a:p>
            <a:r>
              <a:rPr lang="en-US" dirty="0"/>
              <a:t>Week1 summary</a:t>
            </a:r>
            <a:endParaRPr lang="tr-TR" dirty="0"/>
          </a:p>
        </p:txBody>
      </p:sp>
    </p:spTree>
    <p:extLst>
      <p:ext uri="{BB962C8B-B14F-4D97-AF65-F5344CB8AC3E}">
        <p14:creationId xmlns:p14="http://schemas.microsoft.com/office/powerpoint/2010/main" val="317527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C8F5B-42EC-4E13-BE9B-B0427598B899}"/>
              </a:ext>
            </a:extLst>
          </p:cNvPr>
          <p:cNvSpPr>
            <a:spLocks noGrp="1"/>
          </p:cNvSpPr>
          <p:nvPr>
            <p:ph type="title"/>
          </p:nvPr>
        </p:nvSpPr>
        <p:spPr/>
        <p:txBody>
          <a:bodyPr/>
          <a:lstStyle/>
          <a:p>
            <a:r>
              <a:rPr lang="en-US" dirty="0"/>
              <a:t>Table of Contents</a:t>
            </a:r>
            <a:endParaRPr lang="tr-TR" dirty="0"/>
          </a:p>
        </p:txBody>
      </p:sp>
      <p:sp>
        <p:nvSpPr>
          <p:cNvPr id="3" name="Content Placeholder 2">
            <a:extLst>
              <a:ext uri="{FF2B5EF4-FFF2-40B4-BE49-F238E27FC236}">
                <a16:creationId xmlns:a16="http://schemas.microsoft.com/office/drawing/2014/main" id="{24BBDEB1-7AAB-40A6-9FEF-2ACC7194FE51}"/>
              </a:ext>
            </a:extLst>
          </p:cNvPr>
          <p:cNvSpPr>
            <a:spLocks noGrp="1"/>
          </p:cNvSpPr>
          <p:nvPr>
            <p:ph idx="1"/>
          </p:nvPr>
        </p:nvSpPr>
        <p:spPr>
          <a:xfrm>
            <a:off x="6440749" y="891617"/>
            <a:ext cx="4568301" cy="3334154"/>
          </a:xfrm>
        </p:spPr>
        <p:txBody>
          <a:bodyPr>
            <a:normAutofit lnSpcReduction="10000"/>
          </a:bodyPr>
          <a:lstStyle/>
          <a:p>
            <a:r>
              <a:rPr lang="en-US" dirty="0"/>
              <a:t>Miscellaneous in Unity</a:t>
            </a:r>
          </a:p>
          <a:p>
            <a:pPr lvl="1"/>
            <a:r>
              <a:rPr lang="en-US" dirty="0"/>
              <a:t>Asset Store</a:t>
            </a:r>
          </a:p>
          <a:p>
            <a:pPr lvl="1"/>
            <a:r>
              <a:rPr lang="en-US" dirty="0"/>
              <a:t>Standard Assets</a:t>
            </a:r>
          </a:p>
          <a:p>
            <a:pPr lvl="1"/>
            <a:r>
              <a:rPr lang="en-US" dirty="0"/>
              <a:t>Import export Packages</a:t>
            </a:r>
          </a:p>
          <a:p>
            <a:r>
              <a:rPr lang="en-US" dirty="0" err="1"/>
              <a:t>Monobehaviour</a:t>
            </a:r>
            <a:r>
              <a:rPr lang="en-US" dirty="0"/>
              <a:t> class</a:t>
            </a:r>
          </a:p>
          <a:p>
            <a:pPr lvl="1"/>
            <a:r>
              <a:rPr lang="en-US" dirty="0"/>
              <a:t>Awake(), Start()</a:t>
            </a:r>
          </a:p>
          <a:p>
            <a:pPr lvl="1"/>
            <a:r>
              <a:rPr lang="en-US" dirty="0"/>
              <a:t>Update(), </a:t>
            </a:r>
            <a:r>
              <a:rPr lang="en-US" dirty="0" err="1"/>
              <a:t>FixedUpdate</a:t>
            </a:r>
            <a:r>
              <a:rPr lang="en-US" dirty="0"/>
              <a:t>()</a:t>
            </a:r>
          </a:p>
          <a:p>
            <a:pPr lvl="1"/>
            <a:r>
              <a:rPr lang="en-US" dirty="0" err="1"/>
              <a:t>OnEnable</a:t>
            </a:r>
            <a:r>
              <a:rPr lang="en-US" dirty="0"/>
              <a:t>(), </a:t>
            </a:r>
            <a:r>
              <a:rPr lang="en-US" dirty="0" err="1"/>
              <a:t>OnDisable</a:t>
            </a:r>
            <a:r>
              <a:rPr lang="en-US" dirty="0"/>
              <a:t>()</a:t>
            </a:r>
          </a:p>
          <a:p>
            <a:pPr lvl="1"/>
            <a:endParaRPr lang="en-US" dirty="0"/>
          </a:p>
          <a:p>
            <a:pPr lvl="1"/>
            <a:endParaRPr lang="en-US" dirty="0"/>
          </a:p>
          <a:p>
            <a:endParaRPr lang="tr-TR" dirty="0"/>
          </a:p>
        </p:txBody>
      </p:sp>
      <p:sp>
        <p:nvSpPr>
          <p:cNvPr id="4" name="Footer Placeholder 3">
            <a:extLst>
              <a:ext uri="{FF2B5EF4-FFF2-40B4-BE49-F238E27FC236}">
                <a16:creationId xmlns:a16="http://schemas.microsoft.com/office/drawing/2014/main" id="{36733ADE-7277-452F-BE72-55F047DFA52B}"/>
              </a:ext>
            </a:extLst>
          </p:cNvPr>
          <p:cNvSpPr>
            <a:spLocks noGrp="1"/>
          </p:cNvSpPr>
          <p:nvPr>
            <p:ph type="ftr" sz="quarter" idx="11"/>
          </p:nvPr>
        </p:nvSpPr>
        <p:spPr/>
        <p:txBody>
          <a:bodyPr/>
          <a:lstStyle/>
          <a:p>
            <a:r>
              <a:rPr lang="tr-TR" dirty="0"/>
              <a:t>K.O.  20</a:t>
            </a:r>
            <a:r>
              <a:rPr lang="en-US" dirty="0"/>
              <a:t>19-</a:t>
            </a:r>
            <a:r>
              <a:rPr lang="tr-TR" dirty="0"/>
              <a:t>20</a:t>
            </a:r>
            <a:r>
              <a:rPr lang="en-US" dirty="0"/>
              <a:t>20</a:t>
            </a:r>
            <a:r>
              <a:rPr lang="tr-TR" dirty="0"/>
              <a:t>- Week </a:t>
            </a:r>
            <a:r>
              <a:rPr lang="en-US" dirty="0"/>
              <a:t>2</a:t>
            </a:r>
            <a:endParaRPr lang="tr-TR" dirty="0"/>
          </a:p>
        </p:txBody>
      </p:sp>
      <p:sp>
        <p:nvSpPr>
          <p:cNvPr id="5" name="Slide Number Placeholder 4">
            <a:extLst>
              <a:ext uri="{FF2B5EF4-FFF2-40B4-BE49-F238E27FC236}">
                <a16:creationId xmlns:a16="http://schemas.microsoft.com/office/drawing/2014/main" id="{3C55F874-A652-48C3-9B11-16DA0E28D26D}"/>
              </a:ext>
            </a:extLst>
          </p:cNvPr>
          <p:cNvSpPr>
            <a:spLocks noGrp="1"/>
          </p:cNvSpPr>
          <p:nvPr>
            <p:ph type="sldNum" sz="quarter" idx="12"/>
          </p:nvPr>
        </p:nvSpPr>
        <p:spPr/>
        <p:txBody>
          <a:bodyPr/>
          <a:lstStyle/>
          <a:p>
            <a:fld id="{2698BB43-DB97-4C55-8D33-CA4AB6A13C97}" type="slidenum">
              <a:rPr lang="tr-TR" smtClean="0"/>
              <a:t>4</a:t>
            </a:fld>
            <a:endParaRPr lang="tr-TR"/>
          </a:p>
        </p:txBody>
      </p:sp>
      <p:sp>
        <p:nvSpPr>
          <p:cNvPr id="6" name="Rectangle 5">
            <a:extLst>
              <a:ext uri="{FF2B5EF4-FFF2-40B4-BE49-F238E27FC236}">
                <a16:creationId xmlns:a16="http://schemas.microsoft.com/office/drawing/2014/main" id="{A427E90B-0014-4DCA-9CAA-61EB226C7138}"/>
              </a:ext>
            </a:extLst>
          </p:cNvPr>
          <p:cNvSpPr/>
          <p:nvPr/>
        </p:nvSpPr>
        <p:spPr>
          <a:xfrm>
            <a:off x="6440749" y="4292143"/>
            <a:ext cx="5541523" cy="2246769"/>
          </a:xfrm>
          <a:prstGeom prst="rect">
            <a:avLst/>
          </a:prstGeom>
        </p:spPr>
        <p:txBody>
          <a:bodyPr wrap="square">
            <a:spAutoFit/>
          </a:bodyPr>
          <a:lstStyle/>
          <a:p>
            <a:pPr marL="285750" indent="-285750">
              <a:buFont typeface="Arial" panose="020B0604020202020204" pitchFamily="34" charset="0"/>
              <a:buChar char="•"/>
            </a:pPr>
            <a:r>
              <a:rPr lang="en-US" sz="2800" dirty="0"/>
              <a:t>GUI (graphical user interface)</a:t>
            </a:r>
          </a:p>
          <a:p>
            <a:pPr marL="285750" indent="-285750">
              <a:buFont typeface="Arial" panose="020B0604020202020204" pitchFamily="34" charset="0"/>
              <a:buChar char="•"/>
            </a:pPr>
            <a:r>
              <a:rPr lang="en-US" sz="2800" dirty="0"/>
              <a:t>Camera</a:t>
            </a:r>
          </a:p>
          <a:p>
            <a:pPr marL="285750" indent="-285750">
              <a:buFont typeface="Arial" panose="020B0604020202020204" pitchFamily="34" charset="0"/>
              <a:buChar char="•"/>
            </a:pPr>
            <a:r>
              <a:rPr lang="en-US" sz="2800" dirty="0" err="1"/>
              <a:t>Rigidbody</a:t>
            </a:r>
            <a:endParaRPr lang="en-US" sz="2800" dirty="0"/>
          </a:p>
          <a:p>
            <a:pPr marL="285750" indent="-285750">
              <a:buFont typeface="Arial" panose="020B0604020202020204" pitchFamily="34" charset="0"/>
              <a:buChar char="•"/>
            </a:pPr>
            <a:r>
              <a:rPr lang="en-US" sz="2800" dirty="0"/>
              <a:t>Transform</a:t>
            </a:r>
          </a:p>
          <a:p>
            <a:pPr marL="742950" lvl="1" indent="-285750">
              <a:buFont typeface="Arial" panose="020B0604020202020204" pitchFamily="34" charset="0"/>
              <a:buChar char="•"/>
            </a:pPr>
            <a:r>
              <a:rPr lang="en-US" sz="2800" dirty="0"/>
              <a:t>Vector, Dot &amp; Cross products, </a:t>
            </a:r>
          </a:p>
        </p:txBody>
      </p:sp>
      <p:sp>
        <p:nvSpPr>
          <p:cNvPr id="7" name="Rectangle 6">
            <a:extLst>
              <a:ext uri="{FF2B5EF4-FFF2-40B4-BE49-F238E27FC236}">
                <a16:creationId xmlns:a16="http://schemas.microsoft.com/office/drawing/2014/main" id="{1B267E07-D8B7-4BEF-A610-E50F16E7D97A}"/>
              </a:ext>
            </a:extLst>
          </p:cNvPr>
          <p:cNvSpPr/>
          <p:nvPr/>
        </p:nvSpPr>
        <p:spPr>
          <a:xfrm>
            <a:off x="324255" y="1407031"/>
            <a:ext cx="5771745" cy="3170099"/>
          </a:xfrm>
          <a:prstGeom prst="rect">
            <a:avLst/>
          </a:prstGeom>
        </p:spPr>
        <p:txBody>
          <a:bodyPr wrap="square">
            <a:spAutoFit/>
          </a:bodyPr>
          <a:lstStyle/>
          <a:p>
            <a:pPr marL="342900" indent="-342900">
              <a:buFont typeface="Arial" panose="020B0604020202020204" pitchFamily="34" charset="0"/>
              <a:buChar char="•"/>
            </a:pPr>
            <a:r>
              <a:rPr lang="en-US" sz="3200" dirty="0"/>
              <a:t>Unity Basics</a:t>
            </a:r>
          </a:p>
          <a:p>
            <a:pPr marL="742950" lvl="1" indent="-285750">
              <a:buFont typeface="Arial" panose="020B0604020202020204" pitchFamily="34" charset="0"/>
              <a:buChar char="•"/>
            </a:pPr>
            <a:r>
              <a:rPr lang="en-US" sz="2400" dirty="0"/>
              <a:t>Game</a:t>
            </a:r>
          </a:p>
          <a:p>
            <a:pPr marL="742950" lvl="1" indent="-285750">
              <a:buFont typeface="Arial" panose="020B0604020202020204" pitchFamily="34" charset="0"/>
              <a:buChar char="•"/>
            </a:pPr>
            <a:r>
              <a:rPr lang="en-US" sz="2400" dirty="0"/>
              <a:t>Scene</a:t>
            </a:r>
          </a:p>
          <a:p>
            <a:pPr marL="742950" lvl="1" indent="-285750">
              <a:buFont typeface="Arial" panose="020B0604020202020204" pitchFamily="34" charset="0"/>
              <a:buChar char="•"/>
            </a:pPr>
            <a:r>
              <a:rPr lang="en-US" sz="2400" dirty="0"/>
              <a:t>Inspector</a:t>
            </a:r>
          </a:p>
          <a:p>
            <a:pPr marL="742950" lvl="1" indent="-285750">
              <a:buFont typeface="Arial" panose="020B0604020202020204" pitchFamily="34" charset="0"/>
              <a:buChar char="•"/>
            </a:pPr>
            <a:r>
              <a:rPr lang="en-US" sz="2400" dirty="0"/>
              <a:t>Console</a:t>
            </a:r>
          </a:p>
          <a:p>
            <a:pPr marL="742950" lvl="1" indent="-285750">
              <a:buFont typeface="Arial" panose="020B0604020202020204" pitchFamily="34" charset="0"/>
              <a:buChar char="•"/>
            </a:pPr>
            <a:r>
              <a:rPr lang="en-US" sz="2400" dirty="0"/>
              <a:t>Assets</a:t>
            </a:r>
          </a:p>
          <a:p>
            <a:pPr marL="742950" lvl="1" indent="-285750">
              <a:buFont typeface="Arial" panose="020B0604020202020204" pitchFamily="34" charset="0"/>
              <a:buChar char="•"/>
            </a:pPr>
            <a:r>
              <a:rPr lang="en-US" sz="2400" dirty="0"/>
              <a:t>Building a game </a:t>
            </a:r>
            <a:br>
              <a:rPr lang="en-US" sz="2400" dirty="0"/>
            </a:br>
            <a:r>
              <a:rPr lang="en-US" sz="2400" dirty="0"/>
              <a:t>(deploy to target platform)</a:t>
            </a:r>
          </a:p>
        </p:txBody>
      </p:sp>
    </p:spTree>
    <p:extLst>
      <p:ext uri="{BB962C8B-B14F-4D97-AF65-F5344CB8AC3E}">
        <p14:creationId xmlns:p14="http://schemas.microsoft.com/office/powerpoint/2010/main" val="392650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1A34-7D05-4D7B-A3E2-C6E337B72409}"/>
              </a:ext>
            </a:extLst>
          </p:cNvPr>
          <p:cNvSpPr>
            <a:spLocks noGrp="1"/>
          </p:cNvSpPr>
          <p:nvPr>
            <p:ph type="title"/>
          </p:nvPr>
        </p:nvSpPr>
        <p:spPr>
          <a:xfrm>
            <a:off x="760379" y="-54113"/>
            <a:ext cx="10515600" cy="1325563"/>
          </a:xfrm>
        </p:spPr>
        <p:txBody>
          <a:bodyPr/>
          <a:lstStyle/>
          <a:p>
            <a:r>
              <a:rPr lang="en-US" dirty="0"/>
              <a:t>Miscellaneous in</a:t>
            </a:r>
            <a:endParaRPr lang="tr-TR" dirty="0"/>
          </a:p>
        </p:txBody>
      </p:sp>
      <p:sp>
        <p:nvSpPr>
          <p:cNvPr id="4" name="Footer Placeholder 3">
            <a:extLst>
              <a:ext uri="{FF2B5EF4-FFF2-40B4-BE49-F238E27FC236}">
                <a16:creationId xmlns:a16="http://schemas.microsoft.com/office/drawing/2014/main" id="{F69CE7AC-9077-4A13-9FB7-AD07913B5BA8}"/>
              </a:ext>
            </a:extLst>
          </p:cNvPr>
          <p:cNvSpPr>
            <a:spLocks noGrp="1"/>
          </p:cNvSpPr>
          <p:nvPr>
            <p:ph type="ftr" sz="quarter" idx="11"/>
          </p:nvPr>
        </p:nvSpPr>
        <p:spPr/>
        <p:txBody>
          <a:bodyPr/>
          <a:lstStyle/>
          <a:p>
            <a:r>
              <a:rPr lang="tr-TR" dirty="0"/>
              <a:t>K.O.  2018-2019 - Week 3</a:t>
            </a:r>
          </a:p>
        </p:txBody>
      </p:sp>
      <p:sp>
        <p:nvSpPr>
          <p:cNvPr id="5" name="Slide Number Placeholder 4">
            <a:extLst>
              <a:ext uri="{FF2B5EF4-FFF2-40B4-BE49-F238E27FC236}">
                <a16:creationId xmlns:a16="http://schemas.microsoft.com/office/drawing/2014/main" id="{E87AEC0C-F3E5-430D-A4E2-FF9F63491B46}"/>
              </a:ext>
            </a:extLst>
          </p:cNvPr>
          <p:cNvSpPr>
            <a:spLocks noGrp="1"/>
          </p:cNvSpPr>
          <p:nvPr>
            <p:ph type="sldNum" sz="quarter" idx="12"/>
          </p:nvPr>
        </p:nvSpPr>
        <p:spPr/>
        <p:txBody>
          <a:bodyPr/>
          <a:lstStyle/>
          <a:p>
            <a:fld id="{2698BB43-DB97-4C55-8D33-CA4AB6A13C97}" type="slidenum">
              <a:rPr lang="tr-TR" smtClean="0"/>
              <a:t>5</a:t>
            </a:fld>
            <a:endParaRPr lang="tr-TR"/>
          </a:p>
        </p:txBody>
      </p:sp>
      <p:grpSp>
        <p:nvGrpSpPr>
          <p:cNvPr id="21" name="Group 20">
            <a:extLst>
              <a:ext uri="{FF2B5EF4-FFF2-40B4-BE49-F238E27FC236}">
                <a16:creationId xmlns:a16="http://schemas.microsoft.com/office/drawing/2014/main" id="{B18EB872-AD09-4E30-A303-257A560F1BC0}"/>
              </a:ext>
            </a:extLst>
          </p:cNvPr>
          <p:cNvGrpSpPr/>
          <p:nvPr/>
        </p:nvGrpSpPr>
        <p:grpSpPr>
          <a:xfrm>
            <a:off x="5338372" y="3600871"/>
            <a:ext cx="6510367" cy="3120604"/>
            <a:chOff x="5338372" y="3600871"/>
            <a:chExt cx="6985763" cy="3813120"/>
          </a:xfrm>
        </p:grpSpPr>
        <p:grpSp>
          <p:nvGrpSpPr>
            <p:cNvPr id="20" name="Group 19">
              <a:extLst>
                <a:ext uri="{FF2B5EF4-FFF2-40B4-BE49-F238E27FC236}">
                  <a16:creationId xmlns:a16="http://schemas.microsoft.com/office/drawing/2014/main" id="{F05B88DF-A525-4C70-A883-9C6F4E464215}"/>
                </a:ext>
              </a:extLst>
            </p:cNvPr>
            <p:cNvGrpSpPr/>
            <p:nvPr/>
          </p:nvGrpSpPr>
          <p:grpSpPr>
            <a:xfrm>
              <a:off x="5338372" y="3600871"/>
              <a:ext cx="6985763" cy="3813120"/>
              <a:chOff x="5338372" y="3600871"/>
              <a:chExt cx="6985763" cy="3813120"/>
            </a:xfrm>
          </p:grpSpPr>
          <p:sp>
            <p:nvSpPr>
              <p:cNvPr id="18" name="Rectangle: Rounded Corners 17">
                <a:extLst>
                  <a:ext uri="{FF2B5EF4-FFF2-40B4-BE49-F238E27FC236}">
                    <a16:creationId xmlns:a16="http://schemas.microsoft.com/office/drawing/2014/main" id="{59848117-154F-4C80-A608-C5D1FC5ECA85}"/>
                  </a:ext>
                </a:extLst>
              </p:cNvPr>
              <p:cNvSpPr/>
              <p:nvPr/>
            </p:nvSpPr>
            <p:spPr>
              <a:xfrm>
                <a:off x="5398851" y="3600871"/>
                <a:ext cx="6925284" cy="3813120"/>
              </a:xfrm>
              <a:prstGeom prst="roundRect">
                <a:avLst>
                  <a:gd name="adj" fmla="val 3271"/>
                </a:avLst>
              </a:prstGeom>
              <a:effectLst>
                <a:outerShdw blurRad="63500" sx="102000" sy="102000" algn="ctr"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8" name="Rectangle 7">
                <a:extLst>
                  <a:ext uri="{FF2B5EF4-FFF2-40B4-BE49-F238E27FC236}">
                    <a16:creationId xmlns:a16="http://schemas.microsoft.com/office/drawing/2014/main" id="{BD2E5254-8540-4DAE-862D-636BA21953F0}"/>
                  </a:ext>
                </a:extLst>
              </p:cNvPr>
              <p:cNvSpPr/>
              <p:nvPr/>
            </p:nvSpPr>
            <p:spPr>
              <a:xfrm rot="16200000">
                <a:off x="4674119" y="4545081"/>
                <a:ext cx="1697837" cy="369332"/>
              </a:xfrm>
              <a:prstGeom prst="rect">
                <a:avLst/>
              </a:prstGeom>
            </p:spPr>
            <p:txBody>
              <a:bodyPr wrap="none">
                <a:spAutoFit/>
              </a:bodyPr>
              <a:lstStyle/>
              <a:p>
                <a:pPr lvl="1"/>
                <a:r>
                  <a:rPr lang="en-US" dirty="0"/>
                  <a:t>Asset Store</a:t>
                </a:r>
              </a:p>
            </p:txBody>
          </p:sp>
        </p:grpSp>
        <p:pic>
          <p:nvPicPr>
            <p:cNvPr id="7" name="Picture 6" descr="A screenshot of a computer&#10;&#10;Description automatically generated">
              <a:extLst>
                <a:ext uri="{FF2B5EF4-FFF2-40B4-BE49-F238E27FC236}">
                  <a16:creationId xmlns:a16="http://schemas.microsoft.com/office/drawing/2014/main" id="{5CA58BA7-8291-4AE8-8F78-33DE68BD5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9838" y="3842101"/>
              <a:ext cx="6352162" cy="3350765"/>
            </a:xfrm>
            <a:prstGeom prst="rect">
              <a:avLst/>
            </a:prstGeom>
          </p:spPr>
        </p:pic>
      </p:grpSp>
      <p:grpSp>
        <p:nvGrpSpPr>
          <p:cNvPr id="19" name="Group 18">
            <a:extLst>
              <a:ext uri="{FF2B5EF4-FFF2-40B4-BE49-F238E27FC236}">
                <a16:creationId xmlns:a16="http://schemas.microsoft.com/office/drawing/2014/main" id="{84FA1392-24CB-4FC0-9D01-BB6AF7B011F7}"/>
              </a:ext>
            </a:extLst>
          </p:cNvPr>
          <p:cNvGrpSpPr/>
          <p:nvPr/>
        </p:nvGrpSpPr>
        <p:grpSpPr>
          <a:xfrm>
            <a:off x="177114" y="2164481"/>
            <a:ext cx="3522321" cy="4077823"/>
            <a:chOff x="0" y="1271450"/>
            <a:chExt cx="4253420" cy="4487324"/>
          </a:xfrm>
        </p:grpSpPr>
        <p:sp>
          <p:nvSpPr>
            <p:cNvPr id="16" name="Rectangle: Rounded Corners 15">
              <a:extLst>
                <a:ext uri="{FF2B5EF4-FFF2-40B4-BE49-F238E27FC236}">
                  <a16:creationId xmlns:a16="http://schemas.microsoft.com/office/drawing/2014/main" id="{79F9B83E-447B-4355-9BD6-CDFD3ABB6451}"/>
                </a:ext>
              </a:extLst>
            </p:cNvPr>
            <p:cNvSpPr/>
            <p:nvPr/>
          </p:nvSpPr>
          <p:spPr>
            <a:xfrm>
              <a:off x="0" y="1271450"/>
              <a:ext cx="4253420" cy="4487324"/>
            </a:xfrm>
            <a:prstGeom prst="roundRect">
              <a:avLst>
                <a:gd name="adj" fmla="val 3271"/>
              </a:avLst>
            </a:prstGeom>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dirty="0"/>
            </a:p>
          </p:txBody>
        </p:sp>
        <p:pic>
          <p:nvPicPr>
            <p:cNvPr id="10" name="Picture 9" descr="A screenshot of a cell phone&#10;&#10;Description automatically generated">
              <a:extLst>
                <a:ext uri="{FF2B5EF4-FFF2-40B4-BE49-F238E27FC236}">
                  <a16:creationId xmlns:a16="http://schemas.microsoft.com/office/drawing/2014/main" id="{736C5CE7-29A2-45C7-92DF-A23786BD67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04" y="1737028"/>
              <a:ext cx="3954100" cy="3889065"/>
            </a:xfrm>
            <a:prstGeom prst="rect">
              <a:avLst/>
            </a:prstGeom>
          </p:spPr>
        </p:pic>
        <p:sp>
          <p:nvSpPr>
            <p:cNvPr id="11" name="Rectangle 10">
              <a:extLst>
                <a:ext uri="{FF2B5EF4-FFF2-40B4-BE49-F238E27FC236}">
                  <a16:creationId xmlns:a16="http://schemas.microsoft.com/office/drawing/2014/main" id="{C8356A59-1829-49D3-A9C7-70DB223B4812}"/>
                </a:ext>
              </a:extLst>
            </p:cNvPr>
            <p:cNvSpPr/>
            <p:nvPr/>
          </p:nvSpPr>
          <p:spPr>
            <a:xfrm>
              <a:off x="421776" y="1271450"/>
              <a:ext cx="2136354" cy="369332"/>
            </a:xfrm>
            <a:prstGeom prst="rect">
              <a:avLst/>
            </a:prstGeom>
          </p:spPr>
          <p:txBody>
            <a:bodyPr wrap="none">
              <a:spAutoFit/>
            </a:bodyPr>
            <a:lstStyle/>
            <a:p>
              <a:pPr lvl="1"/>
              <a:r>
                <a:rPr lang="en-US" dirty="0"/>
                <a:t>Standard Assets</a:t>
              </a:r>
            </a:p>
          </p:txBody>
        </p:sp>
      </p:grpSp>
      <p:pic>
        <p:nvPicPr>
          <p:cNvPr id="15" name="Picture 14">
            <a:extLst>
              <a:ext uri="{FF2B5EF4-FFF2-40B4-BE49-F238E27FC236}">
                <a16:creationId xmlns:a16="http://schemas.microsoft.com/office/drawing/2014/main" id="{BFE966D7-53F0-43AA-BBE6-986F289A75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6327" y="66313"/>
            <a:ext cx="2985440" cy="1084710"/>
          </a:xfrm>
          <a:prstGeom prst="rect">
            <a:avLst/>
          </a:prstGeom>
        </p:spPr>
      </p:pic>
      <p:grpSp>
        <p:nvGrpSpPr>
          <p:cNvPr id="24" name="Group 23">
            <a:extLst>
              <a:ext uri="{FF2B5EF4-FFF2-40B4-BE49-F238E27FC236}">
                <a16:creationId xmlns:a16="http://schemas.microsoft.com/office/drawing/2014/main" id="{5A79AE7D-5D14-48CC-A587-42295FFAEE61}"/>
              </a:ext>
            </a:extLst>
          </p:cNvPr>
          <p:cNvGrpSpPr/>
          <p:nvPr/>
        </p:nvGrpSpPr>
        <p:grpSpPr>
          <a:xfrm>
            <a:off x="8113578" y="-140975"/>
            <a:ext cx="3767150" cy="4077823"/>
            <a:chOff x="8836409" y="-1021483"/>
            <a:chExt cx="4347584" cy="4764443"/>
          </a:xfrm>
        </p:grpSpPr>
        <p:grpSp>
          <p:nvGrpSpPr>
            <p:cNvPr id="22" name="Group 21">
              <a:extLst>
                <a:ext uri="{FF2B5EF4-FFF2-40B4-BE49-F238E27FC236}">
                  <a16:creationId xmlns:a16="http://schemas.microsoft.com/office/drawing/2014/main" id="{7BAB9D29-6581-4CB7-8004-446D67EFEDF1}"/>
                </a:ext>
              </a:extLst>
            </p:cNvPr>
            <p:cNvGrpSpPr/>
            <p:nvPr/>
          </p:nvGrpSpPr>
          <p:grpSpPr>
            <a:xfrm>
              <a:off x="8930573" y="-683640"/>
              <a:ext cx="4253420" cy="3813120"/>
              <a:chOff x="8854371" y="-683640"/>
              <a:chExt cx="4253420" cy="3813120"/>
            </a:xfrm>
          </p:grpSpPr>
          <p:sp>
            <p:nvSpPr>
              <p:cNvPr id="17" name="Rectangle: Rounded Corners 16">
                <a:extLst>
                  <a:ext uri="{FF2B5EF4-FFF2-40B4-BE49-F238E27FC236}">
                    <a16:creationId xmlns:a16="http://schemas.microsoft.com/office/drawing/2014/main" id="{6CFF6116-46C3-4432-9161-0B0399B0E729}"/>
                  </a:ext>
                </a:extLst>
              </p:cNvPr>
              <p:cNvSpPr/>
              <p:nvPr/>
            </p:nvSpPr>
            <p:spPr>
              <a:xfrm>
                <a:off x="8854371" y="-683640"/>
                <a:ext cx="4253420" cy="3813120"/>
              </a:xfrm>
              <a:prstGeom prst="roundRect">
                <a:avLst>
                  <a:gd name="adj" fmla="val 3271"/>
                </a:avLst>
              </a:prstGeom>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pic>
            <p:nvPicPr>
              <p:cNvPr id="13" name="Picture 12" descr="A screenshot of a cell phone&#10;&#10;Description automatically generated">
                <a:extLst>
                  <a:ext uri="{FF2B5EF4-FFF2-40B4-BE49-F238E27FC236}">
                    <a16:creationId xmlns:a16="http://schemas.microsoft.com/office/drawing/2014/main" id="{61B21F8D-4AF8-4B9E-B28D-787ECC380D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7809" y="-609095"/>
                <a:ext cx="3620262" cy="3664030"/>
              </a:xfrm>
              <a:prstGeom prst="rect">
                <a:avLst/>
              </a:prstGeom>
            </p:spPr>
          </p:pic>
        </p:grpSp>
        <p:sp>
          <p:nvSpPr>
            <p:cNvPr id="23" name="Content Placeholder 2">
              <a:extLst>
                <a:ext uri="{FF2B5EF4-FFF2-40B4-BE49-F238E27FC236}">
                  <a16:creationId xmlns:a16="http://schemas.microsoft.com/office/drawing/2014/main" id="{B58CDD03-1EBE-4799-AF6E-3E9726120C58}"/>
                </a:ext>
              </a:extLst>
            </p:cNvPr>
            <p:cNvSpPr txBox="1">
              <a:spLocks/>
            </p:cNvSpPr>
            <p:nvPr/>
          </p:nvSpPr>
          <p:spPr>
            <a:xfrm rot="16200000">
              <a:off x="6886120" y="928806"/>
              <a:ext cx="4764443" cy="8638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US" dirty="0"/>
                <a:t>Import export Packages</a:t>
              </a:r>
            </a:p>
            <a:p>
              <a:endParaRPr lang="tr-TR" dirty="0"/>
            </a:p>
          </p:txBody>
        </p:sp>
      </p:grpSp>
    </p:spTree>
    <p:extLst>
      <p:ext uri="{BB962C8B-B14F-4D97-AF65-F5344CB8AC3E}">
        <p14:creationId xmlns:p14="http://schemas.microsoft.com/office/powerpoint/2010/main" val="2059335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5DF5FD3-47ED-41D4-B096-70F9735DFF34}"/>
              </a:ext>
            </a:extLst>
          </p:cNvPr>
          <p:cNvPicPr>
            <a:picLocks noGrp="1" noChangeAspect="1"/>
          </p:cNvPicPr>
          <p:nvPr>
            <p:ph idx="1"/>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124130" y="1234383"/>
            <a:ext cx="11943737" cy="2020613"/>
          </a:xfrm>
          <a:prstGeom prst="rect">
            <a:avLst/>
          </a:prstGeom>
        </p:spPr>
      </p:pic>
      <p:sp>
        <p:nvSpPr>
          <p:cNvPr id="2" name="Title 1">
            <a:extLst>
              <a:ext uri="{FF2B5EF4-FFF2-40B4-BE49-F238E27FC236}">
                <a16:creationId xmlns:a16="http://schemas.microsoft.com/office/drawing/2014/main" id="{BFA35447-A7FE-4D44-9ABC-C3F2392E1DDD}"/>
              </a:ext>
            </a:extLst>
          </p:cNvPr>
          <p:cNvSpPr>
            <a:spLocks noGrp="1"/>
          </p:cNvSpPr>
          <p:nvPr>
            <p:ph type="title"/>
          </p:nvPr>
        </p:nvSpPr>
        <p:spPr/>
        <p:txBody>
          <a:bodyPr/>
          <a:lstStyle/>
          <a:p>
            <a:r>
              <a:rPr lang="en-US" dirty="0"/>
              <a:t>UI-User interface</a:t>
            </a:r>
            <a:endParaRPr lang="tr-TR" dirty="0"/>
          </a:p>
        </p:txBody>
      </p:sp>
      <p:sp>
        <p:nvSpPr>
          <p:cNvPr id="5" name="Rectangle 4">
            <a:extLst>
              <a:ext uri="{FF2B5EF4-FFF2-40B4-BE49-F238E27FC236}">
                <a16:creationId xmlns:a16="http://schemas.microsoft.com/office/drawing/2014/main" id="{3C8A190C-9DE4-4A2F-9FA2-9B7F8A8A5AE4}"/>
              </a:ext>
            </a:extLst>
          </p:cNvPr>
          <p:cNvSpPr/>
          <p:nvPr/>
        </p:nvSpPr>
        <p:spPr>
          <a:xfrm>
            <a:off x="124130" y="3429000"/>
            <a:ext cx="12176025" cy="3416320"/>
          </a:xfrm>
          <a:prstGeom prst="rect">
            <a:avLst/>
          </a:prstGeom>
        </p:spPr>
        <p:txBody>
          <a:bodyPr wrap="square">
            <a:spAutoFit/>
          </a:bodyPr>
          <a:lstStyle/>
          <a:p>
            <a:pPr marL="285750" indent="-285750">
              <a:buFont typeface="Arial" panose="020B0604020202020204" pitchFamily="34" charset="0"/>
              <a:buChar char="•"/>
            </a:pPr>
            <a:r>
              <a:rPr lang="en-US" sz="2400" b="0" i="0" dirty="0">
                <a:effectLst/>
              </a:rPr>
              <a:t>The </a:t>
            </a:r>
            <a:r>
              <a:rPr lang="en-US" sz="2400" b="1" i="0" dirty="0">
                <a:effectLst/>
              </a:rPr>
              <a:t>Canvas</a:t>
            </a:r>
            <a:r>
              <a:rPr lang="en-US" sz="2400" b="0" i="0" dirty="0">
                <a:effectLst/>
              </a:rPr>
              <a:t> is the root component for rendering all UI objects in Unity.</a:t>
            </a:r>
          </a:p>
          <a:p>
            <a:pPr marL="285750" indent="-285750">
              <a:buFont typeface="Arial" panose="020B0604020202020204" pitchFamily="34" charset="0"/>
              <a:buChar char="•"/>
            </a:pPr>
            <a:r>
              <a:rPr lang="en-US" sz="2400" dirty="0"/>
              <a:t>The </a:t>
            </a:r>
            <a:r>
              <a:rPr lang="en-US" sz="2400" b="1" dirty="0" err="1"/>
              <a:t>RectTransform</a:t>
            </a:r>
            <a:r>
              <a:rPr lang="en-US" sz="2400" dirty="0"/>
              <a:t> is the positioning component for any UI element within a Canvas and is used to adjust positioning, anchoring, pivots and more.</a:t>
            </a:r>
          </a:p>
          <a:p>
            <a:pPr marL="285750" indent="-285750">
              <a:buFont typeface="Arial" panose="020B0604020202020204" pitchFamily="34" charset="0"/>
              <a:buChar char="•"/>
            </a:pPr>
            <a:r>
              <a:rPr lang="en-US" sz="2400" dirty="0"/>
              <a:t>What are </a:t>
            </a:r>
            <a:r>
              <a:rPr lang="en-US" sz="2400" b="1" dirty="0"/>
              <a:t>UI Buttons </a:t>
            </a:r>
            <a:r>
              <a:rPr lang="en-US" sz="2400" dirty="0"/>
              <a:t>made of and how do they function?</a:t>
            </a:r>
          </a:p>
          <a:p>
            <a:pPr marL="285750" indent="-285750">
              <a:buFont typeface="Arial" panose="020B0604020202020204" pitchFamily="34" charset="0"/>
              <a:buChar char="•"/>
            </a:pPr>
            <a:r>
              <a:rPr lang="en-US" sz="2400" dirty="0"/>
              <a:t>The </a:t>
            </a:r>
            <a:r>
              <a:rPr lang="en-US" sz="2400" b="1" dirty="0"/>
              <a:t>UI Image </a:t>
            </a:r>
            <a:r>
              <a:rPr lang="en-US" sz="2400" dirty="0"/>
              <a:t>component is the main graphic element of the UI system in Unity, and is used for everything from button and panel backgrounds to slider handles and speedometers!</a:t>
            </a:r>
          </a:p>
          <a:p>
            <a:pPr marL="285750" indent="-285750">
              <a:buFont typeface="Arial" panose="020B0604020202020204" pitchFamily="34" charset="0"/>
              <a:buChar char="•"/>
            </a:pPr>
            <a:r>
              <a:rPr lang="en-US" sz="2400" dirty="0"/>
              <a:t>The </a:t>
            </a:r>
            <a:r>
              <a:rPr lang="en-US" sz="2400" b="1" dirty="0"/>
              <a:t>Text</a:t>
            </a:r>
            <a:r>
              <a:rPr lang="en-US" sz="2400" dirty="0"/>
              <a:t> component, used to render text onscreen for various purposes such as labels, buttons, and other information.</a:t>
            </a:r>
          </a:p>
          <a:p>
            <a:pPr marL="285750" indent="-285750">
              <a:buFont typeface="Arial" panose="020B0604020202020204" pitchFamily="34" charset="0"/>
              <a:buChar char="•"/>
            </a:pPr>
            <a:r>
              <a:rPr lang="en-US" sz="2400" b="1" dirty="0"/>
              <a:t>Event System triggers </a:t>
            </a:r>
            <a:r>
              <a:rPr lang="en-US" sz="2400" dirty="0"/>
              <a:t>things in code from your UI. </a:t>
            </a:r>
            <a:endParaRPr lang="tr-TR" sz="2400" dirty="0"/>
          </a:p>
        </p:txBody>
      </p:sp>
      <p:sp>
        <p:nvSpPr>
          <p:cNvPr id="6" name="Slide Number Placeholder 5">
            <a:extLst>
              <a:ext uri="{FF2B5EF4-FFF2-40B4-BE49-F238E27FC236}">
                <a16:creationId xmlns:a16="http://schemas.microsoft.com/office/drawing/2014/main" id="{66824FAB-EEE2-466B-A934-30C58771A4DA}"/>
              </a:ext>
            </a:extLst>
          </p:cNvPr>
          <p:cNvSpPr>
            <a:spLocks noGrp="1"/>
          </p:cNvSpPr>
          <p:nvPr>
            <p:ph type="sldNum" sz="quarter" idx="12"/>
          </p:nvPr>
        </p:nvSpPr>
        <p:spPr/>
        <p:txBody>
          <a:bodyPr/>
          <a:lstStyle/>
          <a:p>
            <a:fld id="{2698BB43-DB97-4C55-8D33-CA4AB6A13C97}" type="slidenum">
              <a:rPr lang="tr-TR" smtClean="0"/>
              <a:t>6</a:t>
            </a:fld>
            <a:endParaRPr lang="tr-TR"/>
          </a:p>
        </p:txBody>
      </p:sp>
    </p:spTree>
    <p:extLst>
      <p:ext uri="{BB962C8B-B14F-4D97-AF65-F5344CB8AC3E}">
        <p14:creationId xmlns:p14="http://schemas.microsoft.com/office/powerpoint/2010/main" val="360619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3741-133D-400B-ADF2-B4C862548FE1}"/>
              </a:ext>
            </a:extLst>
          </p:cNvPr>
          <p:cNvSpPr>
            <a:spLocks noGrp="1"/>
          </p:cNvSpPr>
          <p:nvPr>
            <p:ph type="title"/>
          </p:nvPr>
        </p:nvSpPr>
        <p:spPr/>
        <p:txBody>
          <a:bodyPr/>
          <a:lstStyle/>
          <a:p>
            <a:r>
              <a:rPr lang="en-US" dirty="0"/>
              <a:t>UI demo in Unity</a:t>
            </a:r>
            <a:endParaRPr lang="tr-TR" dirty="0"/>
          </a:p>
        </p:txBody>
      </p:sp>
      <p:sp>
        <p:nvSpPr>
          <p:cNvPr id="3" name="Content Placeholder 2">
            <a:extLst>
              <a:ext uri="{FF2B5EF4-FFF2-40B4-BE49-F238E27FC236}">
                <a16:creationId xmlns:a16="http://schemas.microsoft.com/office/drawing/2014/main" id="{1BB15DDA-8F77-4EAE-BA58-56E81FDBDB9B}"/>
              </a:ext>
            </a:extLst>
          </p:cNvPr>
          <p:cNvSpPr>
            <a:spLocks noGrp="1"/>
          </p:cNvSpPr>
          <p:nvPr>
            <p:ph idx="1"/>
          </p:nvPr>
        </p:nvSpPr>
        <p:spPr/>
        <p:txBody>
          <a:bodyPr/>
          <a:lstStyle/>
          <a:p>
            <a:endParaRPr lang="tr-TR" dirty="0"/>
          </a:p>
        </p:txBody>
      </p:sp>
      <p:sp>
        <p:nvSpPr>
          <p:cNvPr id="5" name="Slide Number Placeholder 4">
            <a:extLst>
              <a:ext uri="{FF2B5EF4-FFF2-40B4-BE49-F238E27FC236}">
                <a16:creationId xmlns:a16="http://schemas.microsoft.com/office/drawing/2014/main" id="{425B7019-54B8-49A6-9715-D07D94A3D415}"/>
              </a:ext>
            </a:extLst>
          </p:cNvPr>
          <p:cNvSpPr>
            <a:spLocks noGrp="1"/>
          </p:cNvSpPr>
          <p:nvPr>
            <p:ph type="sldNum" sz="quarter" idx="12"/>
          </p:nvPr>
        </p:nvSpPr>
        <p:spPr/>
        <p:txBody>
          <a:bodyPr/>
          <a:lstStyle/>
          <a:p>
            <a:fld id="{2698BB43-DB97-4C55-8D33-CA4AB6A13C97}" type="slidenum">
              <a:rPr lang="tr-TR" smtClean="0"/>
              <a:t>7</a:t>
            </a:fld>
            <a:endParaRPr lang="tr-TR"/>
          </a:p>
        </p:txBody>
      </p:sp>
    </p:spTree>
    <p:extLst>
      <p:ext uri="{BB962C8B-B14F-4D97-AF65-F5344CB8AC3E}">
        <p14:creationId xmlns:p14="http://schemas.microsoft.com/office/powerpoint/2010/main" val="3686447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F3DF-522A-4196-810A-FAEC22643B83}"/>
              </a:ext>
            </a:extLst>
          </p:cNvPr>
          <p:cNvSpPr>
            <a:spLocks noGrp="1"/>
          </p:cNvSpPr>
          <p:nvPr>
            <p:ph type="title"/>
          </p:nvPr>
        </p:nvSpPr>
        <p:spPr/>
        <p:txBody>
          <a:bodyPr/>
          <a:lstStyle/>
          <a:p>
            <a:r>
              <a:rPr lang="en-US" dirty="0"/>
              <a:t>Adding  a new behavior: “script” component</a:t>
            </a:r>
            <a:endParaRPr lang="tr-TR" dirty="0"/>
          </a:p>
        </p:txBody>
      </p:sp>
      <p:sp>
        <p:nvSpPr>
          <p:cNvPr id="3" name="Content Placeholder 2">
            <a:extLst>
              <a:ext uri="{FF2B5EF4-FFF2-40B4-BE49-F238E27FC236}">
                <a16:creationId xmlns:a16="http://schemas.microsoft.com/office/drawing/2014/main" id="{333DDB88-7E7D-4FF5-91B7-9C72DCD99DCE}"/>
              </a:ext>
            </a:extLst>
          </p:cNvPr>
          <p:cNvSpPr>
            <a:spLocks noGrp="1"/>
          </p:cNvSpPr>
          <p:nvPr>
            <p:ph idx="1"/>
          </p:nvPr>
        </p:nvSpPr>
        <p:spPr/>
        <p:txBody>
          <a:bodyPr/>
          <a:lstStyle/>
          <a:p>
            <a:r>
              <a:rPr lang="en-US" dirty="0"/>
              <a:t>Debugging</a:t>
            </a:r>
          </a:p>
          <a:p>
            <a:pPr lvl="1"/>
            <a:r>
              <a:rPr lang="en-US" dirty="0" err="1"/>
              <a:t>Debug.Log</a:t>
            </a:r>
            <a:r>
              <a:rPr lang="en-US" dirty="0"/>
              <a:t>(“ print ”);</a:t>
            </a:r>
            <a:endParaRPr lang="tr-TR" dirty="0"/>
          </a:p>
        </p:txBody>
      </p:sp>
      <p:sp>
        <p:nvSpPr>
          <p:cNvPr id="5" name="Slide Number Placeholder 4">
            <a:extLst>
              <a:ext uri="{FF2B5EF4-FFF2-40B4-BE49-F238E27FC236}">
                <a16:creationId xmlns:a16="http://schemas.microsoft.com/office/drawing/2014/main" id="{DFE0FC5D-764D-4190-83D9-BAC2A62F5192}"/>
              </a:ext>
            </a:extLst>
          </p:cNvPr>
          <p:cNvSpPr>
            <a:spLocks noGrp="1"/>
          </p:cNvSpPr>
          <p:nvPr>
            <p:ph type="sldNum" sz="quarter" idx="12"/>
          </p:nvPr>
        </p:nvSpPr>
        <p:spPr/>
        <p:txBody>
          <a:bodyPr/>
          <a:lstStyle/>
          <a:p>
            <a:fld id="{2698BB43-DB97-4C55-8D33-CA4AB6A13C97}" type="slidenum">
              <a:rPr lang="tr-TR" smtClean="0"/>
              <a:t>8</a:t>
            </a:fld>
            <a:endParaRPr lang="tr-TR"/>
          </a:p>
        </p:txBody>
      </p:sp>
      <p:pic>
        <p:nvPicPr>
          <p:cNvPr id="7" name="Picture 6" descr="A screenshot of a video game&#10;&#10;Description automatically generated">
            <a:extLst>
              <a:ext uri="{FF2B5EF4-FFF2-40B4-BE49-F238E27FC236}">
                <a16:creationId xmlns:a16="http://schemas.microsoft.com/office/drawing/2014/main" id="{328E43AA-F692-4378-B900-6B9AAA7F3A5C}"/>
              </a:ext>
            </a:extLst>
          </p:cNvPr>
          <p:cNvPicPr>
            <a:picLocks noChangeAspect="1"/>
          </p:cNvPicPr>
          <p:nvPr/>
        </p:nvPicPr>
        <p:blipFill rotWithShape="1">
          <a:blip r:embed="rId2">
            <a:extLst>
              <a:ext uri="{28A0092B-C50C-407E-A947-70E740481C1C}">
                <a14:useLocalDpi xmlns:a14="http://schemas.microsoft.com/office/drawing/2010/main" val="0"/>
              </a:ext>
            </a:extLst>
          </a:blip>
          <a:srcRect b="35733"/>
          <a:stretch/>
        </p:blipFill>
        <p:spPr>
          <a:xfrm>
            <a:off x="7198831" y="1891093"/>
            <a:ext cx="4154969" cy="4063111"/>
          </a:xfrm>
          <a:prstGeom prst="rect">
            <a:avLst/>
          </a:prstGeom>
        </p:spPr>
      </p:pic>
    </p:spTree>
    <p:extLst>
      <p:ext uri="{BB962C8B-B14F-4D97-AF65-F5344CB8AC3E}">
        <p14:creationId xmlns:p14="http://schemas.microsoft.com/office/powerpoint/2010/main" val="3596308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9A582-F882-48EA-9FAC-C7BC04580260}"/>
              </a:ext>
            </a:extLst>
          </p:cNvPr>
          <p:cNvSpPr>
            <a:spLocks noGrp="1"/>
          </p:cNvSpPr>
          <p:nvPr>
            <p:ph type="title"/>
          </p:nvPr>
        </p:nvSpPr>
        <p:spPr/>
        <p:txBody>
          <a:bodyPr/>
          <a:lstStyle/>
          <a:p>
            <a:r>
              <a:rPr lang="en-US" dirty="0"/>
              <a:t>Awake()</a:t>
            </a:r>
            <a:endParaRPr lang="tr-TR" dirty="0"/>
          </a:p>
        </p:txBody>
      </p:sp>
      <p:sp>
        <p:nvSpPr>
          <p:cNvPr id="5" name="Rectangle 2">
            <a:extLst>
              <a:ext uri="{FF2B5EF4-FFF2-40B4-BE49-F238E27FC236}">
                <a16:creationId xmlns:a16="http://schemas.microsoft.com/office/drawing/2014/main" id="{D98134A8-509E-42F3-8E43-8DDE7E00E86B}"/>
              </a:ext>
            </a:extLst>
          </p:cNvPr>
          <p:cNvSpPr>
            <a:spLocks noGrp="1" noChangeArrowheads="1"/>
          </p:cNvSpPr>
          <p:nvPr>
            <p:ph idx="1"/>
          </p:nvPr>
        </p:nvSpPr>
        <p:spPr bwMode="auto">
          <a:xfrm>
            <a:off x="995516" y="3429000"/>
            <a:ext cx="6668492" cy="33931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using UnityEngine;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using System.Collections;</a:t>
            </a:r>
            <a:br>
              <a:rPr kumimoji="0" lang="tr-TR" altLang="tr-TR" sz="2000" b="0" i="0" u="none" strike="noStrike" cap="none" normalizeH="0" baseline="0" dirty="0">
                <a:ln>
                  <a:noFill/>
                </a:ln>
                <a:solidFill>
                  <a:srgbClr val="455463"/>
                </a:solidFill>
                <a:effectLst/>
                <a:latin typeface="Consolas" panose="020B0609020204030204" pitchFamily="49" charset="0"/>
              </a:rPr>
            </a:br>
            <a:br>
              <a:rPr kumimoji="0" lang="tr-TR" altLang="tr-TR" sz="2000" b="0" i="0" u="none" strike="noStrike" cap="none" normalizeH="0" baseline="0" dirty="0">
                <a:ln>
                  <a:noFill/>
                </a:ln>
                <a:solidFill>
                  <a:srgbClr val="455463"/>
                </a:solidFill>
                <a:effectLst/>
                <a:latin typeface="Consolas" panose="020B0609020204030204" pitchFamily="49" charset="0"/>
              </a:rPr>
            </a:br>
            <a:r>
              <a:rPr kumimoji="0" lang="tr-TR" altLang="tr-TR" sz="2000"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sz="2000" b="0" i="0" u="sng" strike="noStrike" cap="none" normalizeH="0" baseline="0" dirty="0">
                <a:ln>
                  <a:noFill/>
                </a:ln>
                <a:solidFill>
                  <a:srgbClr val="B83C82"/>
                </a:solidFill>
                <a:effectLst/>
                <a:latin typeface="Consolas" panose="020B0609020204030204" pitchFamily="49" charset="0"/>
                <a:hlinkClick r:id="rId2"/>
              </a:rPr>
              <a:t>MonoBehaviour</a:t>
            </a:r>
            <a:r>
              <a:rPr kumimoji="0" lang="tr-TR" altLang="tr-TR" sz="2000" b="0" i="0" u="none" strike="noStrike" cap="none" normalizeH="0" baseline="0" dirty="0">
                <a:ln>
                  <a:noFill/>
                </a:ln>
                <a:solidFill>
                  <a:srgbClr val="455463"/>
                </a:solidFill>
                <a:effectLst/>
                <a:latin typeface="Consolas" panose="020B0609020204030204" pitchFamily="49" charset="0"/>
              </a:rPr>
              <a:t>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 private </a:t>
            </a:r>
            <a:r>
              <a:rPr kumimoji="0" lang="tr-TR" altLang="tr-TR" sz="2000" b="0" i="0" u="sng" strike="noStrike" cap="none" normalizeH="0" baseline="0" dirty="0">
                <a:ln>
                  <a:noFill/>
                </a:ln>
                <a:solidFill>
                  <a:srgbClr val="B83C82"/>
                </a:solidFill>
                <a:effectLst/>
                <a:latin typeface="Consolas" panose="020B0609020204030204" pitchFamily="49" charset="0"/>
                <a:hlinkClick r:id="rId3"/>
              </a:rPr>
              <a:t>GameObject</a:t>
            </a:r>
            <a:r>
              <a:rPr kumimoji="0" lang="tr-TR" altLang="tr-TR" sz="2000" b="0" i="0" u="none" strike="noStrike" cap="none" normalizeH="0" baseline="0" dirty="0">
                <a:ln>
                  <a:noFill/>
                </a:ln>
                <a:solidFill>
                  <a:srgbClr val="455463"/>
                </a:solidFill>
                <a:effectLst/>
                <a:latin typeface="Consolas" panose="020B0609020204030204" pitchFamily="49" charset="0"/>
              </a:rPr>
              <a:t> target;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457200" lvl="1" indent="0" eaLnBrk="0" fontAlgn="base" hangingPunct="0">
              <a:lnSpc>
                <a:spcPct val="100000"/>
              </a:lnSpc>
              <a:spcBef>
                <a:spcPct val="0"/>
              </a:spcBef>
              <a:spcAft>
                <a:spcPct val="0"/>
              </a:spcAft>
              <a:buNone/>
            </a:pPr>
            <a:r>
              <a:rPr kumimoji="0" lang="tr-TR" altLang="tr-TR" sz="2000" b="0" i="0" u="none" strike="noStrike" cap="none" normalizeH="0" baseline="0" dirty="0">
                <a:ln>
                  <a:noFill/>
                </a:ln>
                <a:solidFill>
                  <a:srgbClr val="455463"/>
                </a:solidFill>
                <a:effectLst/>
                <a:latin typeface="Consolas" panose="020B0609020204030204" pitchFamily="49" charset="0"/>
              </a:rPr>
              <a:t>void </a:t>
            </a:r>
            <a:r>
              <a:rPr kumimoji="0" lang="tr-TR" altLang="tr-TR" sz="2000" b="0" i="0" u="none" strike="noStrike" cap="none" normalizeH="0" baseline="0" dirty="0">
                <a:ln>
                  <a:noFill/>
                </a:ln>
                <a:solidFill>
                  <a:srgbClr val="FF0000"/>
                </a:solidFill>
                <a:effectLst/>
                <a:latin typeface="Consolas" panose="020B0609020204030204" pitchFamily="49" charset="0"/>
              </a:rPr>
              <a:t>Awake</a:t>
            </a:r>
            <a:r>
              <a:rPr kumimoji="0" lang="tr-TR" altLang="tr-TR" sz="2000" b="0" i="0" u="none" strike="noStrike" cap="none" normalizeH="0" baseline="0" dirty="0">
                <a:ln>
                  <a:noFill/>
                </a:ln>
                <a:solidFill>
                  <a:srgbClr val="455463"/>
                </a:solidFill>
                <a:effectLst/>
                <a:latin typeface="Consolas" panose="020B0609020204030204" pitchFamily="49" charset="0"/>
              </a:rPr>
              <a:t>()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457200" lvl="1" indent="0" eaLnBrk="0" fontAlgn="base" hangingPunct="0">
              <a:lnSpc>
                <a:spcPct val="100000"/>
              </a:lnSpc>
              <a:spcBef>
                <a:spcPct val="0"/>
              </a:spcBef>
              <a:spcAft>
                <a:spcPct val="0"/>
              </a:spcAft>
              <a:buNone/>
            </a:pPr>
            <a:r>
              <a:rPr kumimoji="0" lang="tr-TR" altLang="tr-TR" sz="2000" b="0" i="0" u="none" strike="noStrike" cap="none" normalizeH="0" baseline="0" dirty="0">
                <a:ln>
                  <a:noFill/>
                </a:ln>
                <a:solidFill>
                  <a:srgbClr val="455463"/>
                </a:solidFill>
                <a:effectLst/>
                <a:latin typeface="Consolas" panose="020B0609020204030204" pitchFamily="49" charset="0"/>
              </a:rPr>
              <a:t> target = </a:t>
            </a:r>
            <a:r>
              <a:rPr kumimoji="0" lang="tr-TR" altLang="tr-TR" sz="2000" b="0" i="0" u="sng" strike="noStrike" cap="none" normalizeH="0" baseline="0" dirty="0">
                <a:ln>
                  <a:noFill/>
                </a:ln>
                <a:solidFill>
                  <a:srgbClr val="B83C82"/>
                </a:solidFill>
                <a:effectLst/>
                <a:latin typeface="Consolas" panose="020B0609020204030204" pitchFamily="49" charset="0"/>
                <a:hlinkClick r:id="rId4"/>
              </a:rPr>
              <a:t>GameObject.FindWithTag</a:t>
            </a:r>
            <a:r>
              <a:rPr kumimoji="0" lang="tr-TR" altLang="tr-TR" sz="2000" b="0" i="0" u="none" strike="noStrike" cap="none" normalizeH="0" baseline="0" dirty="0">
                <a:ln>
                  <a:noFill/>
                </a:ln>
                <a:solidFill>
                  <a:srgbClr val="455463"/>
                </a:solidFill>
                <a:effectLst/>
                <a:latin typeface="Consolas" panose="020B0609020204030204" pitchFamily="49" charset="0"/>
              </a:rPr>
              <a:t>("Player");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457200" lvl="1" indent="0" eaLnBrk="0" fontAlgn="base" hangingPunct="0">
              <a:lnSpc>
                <a:spcPct val="100000"/>
              </a:lnSpc>
              <a:spcBef>
                <a:spcPct val="0"/>
              </a:spcBef>
              <a:spcAft>
                <a:spcPct val="0"/>
              </a:spcAft>
              <a:buNone/>
            </a:pPr>
            <a:r>
              <a:rPr kumimoji="0" lang="tr-TR" altLang="tr-TR" sz="2000" b="0" i="0" u="none" strike="noStrike" cap="none" normalizeH="0" baseline="0" dirty="0">
                <a:ln>
                  <a:noFill/>
                </a:ln>
                <a:solidFill>
                  <a:srgbClr val="455463"/>
                </a:solidFill>
                <a:effectLst/>
                <a:latin typeface="Consolas" panose="020B0609020204030204" pitchFamily="49" charset="0"/>
              </a:rPr>
              <a:t>}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a:t>
            </a:r>
            <a:r>
              <a:rPr kumimoji="0" lang="tr-TR" altLang="tr-TR" sz="2000" b="0" i="0" u="none" strike="noStrike" cap="none" normalizeH="0" baseline="0" dirty="0">
                <a:ln>
                  <a:noFill/>
                </a:ln>
                <a:solidFill>
                  <a:schemeClr val="tx1"/>
                </a:solidFill>
                <a:effectLst/>
              </a:rPr>
              <a:t> </a:t>
            </a:r>
            <a:endParaRPr kumimoji="0" lang="tr-TR" altLang="tr-TR" sz="2000" b="0" i="0" u="none" strike="noStrike" cap="none" normalizeH="0" baseline="0" dirty="0">
              <a:ln>
                <a:noFill/>
              </a:ln>
              <a:solidFill>
                <a:schemeClr val="tx1"/>
              </a:solidFill>
              <a:effectLst/>
              <a:latin typeface="Arial" panose="020B0604020202020204" pitchFamily="34" charset="0"/>
            </a:endParaRPr>
          </a:p>
        </p:txBody>
      </p:sp>
      <p:sp>
        <p:nvSpPr>
          <p:cNvPr id="7" name="Content Placeholder 2">
            <a:extLst>
              <a:ext uri="{FF2B5EF4-FFF2-40B4-BE49-F238E27FC236}">
                <a16:creationId xmlns:a16="http://schemas.microsoft.com/office/drawing/2014/main" id="{146B4C46-F811-4ACD-BE97-678D0CBEDB4A}"/>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0" i="0" dirty="0">
                <a:effectLst/>
                <a:latin typeface="Open Sans"/>
              </a:rPr>
              <a:t>Awake is used to initialize any variables or game state before the game starts</a:t>
            </a:r>
            <a:endParaRPr lang="tr-TR" dirty="0"/>
          </a:p>
        </p:txBody>
      </p:sp>
      <p:sp>
        <p:nvSpPr>
          <p:cNvPr id="4" name="Slide Number Placeholder 3">
            <a:extLst>
              <a:ext uri="{FF2B5EF4-FFF2-40B4-BE49-F238E27FC236}">
                <a16:creationId xmlns:a16="http://schemas.microsoft.com/office/drawing/2014/main" id="{D91F230F-C35D-44BF-A01F-87B8BAA76492}"/>
              </a:ext>
            </a:extLst>
          </p:cNvPr>
          <p:cNvSpPr>
            <a:spLocks noGrp="1"/>
          </p:cNvSpPr>
          <p:nvPr>
            <p:ph type="sldNum" sz="quarter" idx="12"/>
          </p:nvPr>
        </p:nvSpPr>
        <p:spPr/>
        <p:txBody>
          <a:bodyPr/>
          <a:lstStyle/>
          <a:p>
            <a:fld id="{2698BB43-DB97-4C55-8D33-CA4AB6A13C97}" type="slidenum">
              <a:rPr lang="tr-TR" smtClean="0"/>
              <a:t>9</a:t>
            </a:fld>
            <a:endParaRPr lang="tr-TR"/>
          </a:p>
        </p:txBody>
      </p:sp>
    </p:spTree>
    <p:extLst>
      <p:ext uri="{BB962C8B-B14F-4D97-AF65-F5344CB8AC3E}">
        <p14:creationId xmlns:p14="http://schemas.microsoft.com/office/powerpoint/2010/main" val="3507001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10A9-89C9-420C-953B-CE816CDEE67B}"/>
              </a:ext>
            </a:extLst>
          </p:cNvPr>
          <p:cNvSpPr>
            <a:spLocks noGrp="1"/>
          </p:cNvSpPr>
          <p:nvPr>
            <p:ph type="title"/>
          </p:nvPr>
        </p:nvSpPr>
        <p:spPr>
          <a:xfrm>
            <a:off x="838200" y="365125"/>
            <a:ext cx="10515600" cy="1325563"/>
          </a:xfrm>
        </p:spPr>
        <p:txBody>
          <a:bodyPr/>
          <a:lstStyle/>
          <a:p>
            <a:r>
              <a:rPr lang="en-US" dirty="0"/>
              <a:t>Start()</a:t>
            </a:r>
            <a:endParaRPr lang="tr-TR" dirty="0"/>
          </a:p>
        </p:txBody>
      </p:sp>
      <p:sp>
        <p:nvSpPr>
          <p:cNvPr id="3" name="Content Placeholder 2">
            <a:extLst>
              <a:ext uri="{FF2B5EF4-FFF2-40B4-BE49-F238E27FC236}">
                <a16:creationId xmlns:a16="http://schemas.microsoft.com/office/drawing/2014/main" id="{F967646D-6F18-4DC1-9ABC-8E6D64516FD3}"/>
              </a:ext>
            </a:extLst>
          </p:cNvPr>
          <p:cNvSpPr>
            <a:spLocks noGrp="1"/>
          </p:cNvSpPr>
          <p:nvPr>
            <p:ph idx="1"/>
          </p:nvPr>
        </p:nvSpPr>
        <p:spPr>
          <a:xfrm>
            <a:off x="838200" y="1481496"/>
            <a:ext cx="10515600" cy="1468181"/>
          </a:xfrm>
        </p:spPr>
        <p:txBody>
          <a:bodyPr>
            <a:normAutofit/>
          </a:bodyPr>
          <a:lstStyle/>
          <a:p>
            <a:pPr marL="0" indent="0">
              <a:buNone/>
            </a:pPr>
            <a:r>
              <a:rPr lang="en-US" sz="2400" dirty="0"/>
              <a:t>Like the Awake function, Start is called exactly once in the lifetime of the script. However, Awake is called when the script object is initialized, regardless of whether or not the script is enabled</a:t>
            </a:r>
            <a:endParaRPr lang="tr-TR" sz="2400" dirty="0"/>
          </a:p>
        </p:txBody>
      </p:sp>
      <p:sp>
        <p:nvSpPr>
          <p:cNvPr id="4" name="Rectangle 1">
            <a:extLst>
              <a:ext uri="{FF2B5EF4-FFF2-40B4-BE49-F238E27FC236}">
                <a16:creationId xmlns:a16="http://schemas.microsoft.com/office/drawing/2014/main" id="{C60B5271-DAFD-4223-A0E1-EBEB8092B304}"/>
              </a:ext>
            </a:extLst>
          </p:cNvPr>
          <p:cNvSpPr>
            <a:spLocks noChangeArrowheads="1"/>
          </p:cNvSpPr>
          <p:nvPr/>
        </p:nvSpPr>
        <p:spPr bwMode="auto">
          <a:xfrm>
            <a:off x="940223" y="2949677"/>
            <a:ext cx="6368731" cy="29622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b="0" i="0" u="sng" strike="noStrike" cap="none" normalizeH="0" baseline="0" dirty="0">
                <a:ln>
                  <a:noFill/>
                </a:ln>
                <a:solidFill>
                  <a:srgbClr val="B83C82"/>
                </a:solidFill>
                <a:effectLst/>
                <a:latin typeface="Consolas" panose="020B0609020204030204" pitchFamily="49" charset="0"/>
                <a:hlinkClick r:id="rId2"/>
              </a:rPr>
              <a:t>MonoBehaviour</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 private </a:t>
            </a:r>
            <a:r>
              <a:rPr kumimoji="0" lang="tr-TR" altLang="tr-TR" b="0" i="0" u="sng" strike="noStrike" cap="none" normalizeH="0" baseline="0" dirty="0">
                <a:ln>
                  <a:noFill/>
                </a:ln>
                <a:solidFill>
                  <a:srgbClr val="B83C82"/>
                </a:solidFill>
                <a:effectLst/>
                <a:latin typeface="Consolas" panose="020B0609020204030204" pitchFamily="49" charset="0"/>
                <a:hlinkClick r:id="rId3"/>
              </a:rPr>
              <a:t>GameObject</a:t>
            </a:r>
            <a:r>
              <a:rPr kumimoji="0" lang="tr-TR" altLang="tr-TR" b="0" i="0" u="none" strike="noStrike" cap="none" normalizeH="0" baseline="0" dirty="0">
                <a:ln>
                  <a:noFill/>
                </a:ln>
                <a:solidFill>
                  <a:srgbClr val="455463"/>
                </a:solidFill>
                <a:effectLst/>
                <a:latin typeface="Consolas" panose="020B0609020204030204" pitchFamily="49" charset="0"/>
              </a:rPr>
              <a:t> target;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void </a:t>
            </a:r>
            <a:r>
              <a:rPr kumimoji="0" lang="tr-TR" altLang="tr-TR" b="0" i="0" u="none" strike="noStrike" cap="none" normalizeH="0" baseline="0" dirty="0">
                <a:ln>
                  <a:noFill/>
                </a:ln>
                <a:solidFill>
                  <a:srgbClr val="FF0000"/>
                </a:solidFill>
                <a:effectLst/>
                <a:latin typeface="Consolas" panose="020B0609020204030204" pitchFamily="49" charset="0"/>
              </a:rPr>
              <a:t>Start</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en-US" altLang="tr-TR" b="0" i="0" u="none" strike="noStrike" cap="none" normalizeH="0" baseline="0" dirty="0">
                <a:ln>
                  <a:noFill/>
                </a:ln>
                <a:solidFill>
                  <a:srgbClr val="455463"/>
                </a:solidFill>
                <a:effectLst/>
                <a:latin typeface="Consolas" panose="020B0609020204030204" pitchFamily="49" charset="0"/>
              </a:rPr>
              <a:t>	</a:t>
            </a:r>
            <a:r>
              <a:rPr kumimoji="0" lang="tr-TR" altLang="tr-TR" b="0" i="0" u="none" strike="noStrike" cap="none" normalizeH="0" baseline="0" dirty="0">
                <a:ln>
                  <a:noFill/>
                </a:ln>
                <a:solidFill>
                  <a:srgbClr val="455463"/>
                </a:solidFill>
                <a:effectLst/>
                <a:latin typeface="Consolas" panose="020B0609020204030204" pitchFamily="49" charset="0"/>
              </a:rPr>
              <a:t>target = </a:t>
            </a:r>
            <a:r>
              <a:rPr kumimoji="0" lang="tr-TR" altLang="tr-TR" b="0" i="0" u="sng" strike="noStrike" cap="none" normalizeH="0" baseline="0" dirty="0">
                <a:ln>
                  <a:noFill/>
                </a:ln>
                <a:solidFill>
                  <a:srgbClr val="B83C82"/>
                </a:solidFill>
                <a:effectLst/>
                <a:latin typeface="Consolas" panose="020B0609020204030204" pitchFamily="49" charset="0"/>
                <a:hlinkClick r:id="rId4"/>
              </a:rPr>
              <a:t>GameObject.FindWithTag</a:t>
            </a:r>
            <a:r>
              <a:rPr kumimoji="0" lang="tr-TR" altLang="tr-TR" b="0" i="0" u="none" strike="noStrike" cap="none" normalizeH="0" baseline="0" dirty="0">
                <a:ln>
                  <a:noFill/>
                </a:ln>
                <a:solidFill>
                  <a:srgbClr val="455463"/>
                </a:solidFill>
                <a:effectLst/>
                <a:latin typeface="Consolas" panose="020B0609020204030204" pitchFamily="49" charset="0"/>
              </a:rPr>
              <a:t>("Player");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 }</a:t>
            </a:r>
            <a:r>
              <a:rPr kumimoji="0" lang="tr-TR" altLang="tr-TR" sz="8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57994435-ECE6-46CC-81C8-A2CB806B4C6A}"/>
              </a:ext>
            </a:extLst>
          </p:cNvPr>
          <p:cNvSpPr>
            <a:spLocks noGrp="1"/>
          </p:cNvSpPr>
          <p:nvPr>
            <p:ph type="sldNum" sz="quarter" idx="12"/>
          </p:nvPr>
        </p:nvSpPr>
        <p:spPr/>
        <p:txBody>
          <a:bodyPr/>
          <a:lstStyle/>
          <a:p>
            <a:fld id="{2698BB43-DB97-4C55-8D33-CA4AB6A13C97}" type="slidenum">
              <a:rPr lang="tr-TR" smtClean="0"/>
              <a:t>10</a:t>
            </a:fld>
            <a:endParaRPr lang="tr-TR"/>
          </a:p>
        </p:txBody>
      </p:sp>
    </p:spTree>
    <p:extLst>
      <p:ext uri="{BB962C8B-B14F-4D97-AF65-F5344CB8AC3E}">
        <p14:creationId xmlns:p14="http://schemas.microsoft.com/office/powerpoint/2010/main" val="3813209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DDD4-CA42-468A-BE29-A1C98332028B}"/>
              </a:ext>
            </a:extLst>
          </p:cNvPr>
          <p:cNvSpPr>
            <a:spLocks noGrp="1"/>
          </p:cNvSpPr>
          <p:nvPr>
            <p:ph type="title"/>
          </p:nvPr>
        </p:nvSpPr>
        <p:spPr/>
        <p:txBody>
          <a:bodyPr/>
          <a:lstStyle/>
          <a:p>
            <a:r>
              <a:rPr lang="en-US" dirty="0"/>
              <a:t>Update()</a:t>
            </a:r>
            <a:endParaRPr lang="tr-TR" dirty="0"/>
          </a:p>
        </p:txBody>
      </p:sp>
      <p:sp>
        <p:nvSpPr>
          <p:cNvPr id="3" name="Content Placeholder 2">
            <a:extLst>
              <a:ext uri="{FF2B5EF4-FFF2-40B4-BE49-F238E27FC236}">
                <a16:creationId xmlns:a16="http://schemas.microsoft.com/office/drawing/2014/main" id="{01880B09-9DCF-4297-9DC6-ED144A1B2FE1}"/>
              </a:ext>
            </a:extLst>
          </p:cNvPr>
          <p:cNvSpPr>
            <a:spLocks noGrp="1"/>
          </p:cNvSpPr>
          <p:nvPr>
            <p:ph idx="1"/>
          </p:nvPr>
        </p:nvSpPr>
        <p:spPr/>
        <p:txBody>
          <a:bodyPr/>
          <a:lstStyle/>
          <a:p>
            <a:r>
              <a:rPr lang="en-US" dirty="0"/>
              <a:t>Update() is called every frame as the game runs, output to the console continues repeatedly until I stop the game.</a:t>
            </a:r>
          </a:p>
          <a:p>
            <a:endParaRPr lang="tr-TR" dirty="0"/>
          </a:p>
        </p:txBody>
      </p:sp>
      <p:sp>
        <p:nvSpPr>
          <p:cNvPr id="4" name="Rectangle 1">
            <a:extLst>
              <a:ext uri="{FF2B5EF4-FFF2-40B4-BE49-F238E27FC236}">
                <a16:creationId xmlns:a16="http://schemas.microsoft.com/office/drawing/2014/main" id="{EA62C0D7-DF01-410E-85D5-9026BCEC600D}"/>
              </a:ext>
            </a:extLst>
          </p:cNvPr>
          <p:cNvSpPr>
            <a:spLocks noChangeArrowheads="1"/>
          </p:cNvSpPr>
          <p:nvPr/>
        </p:nvSpPr>
        <p:spPr bwMode="auto">
          <a:xfrm>
            <a:off x="838200" y="3143326"/>
            <a:ext cx="6875280" cy="26852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b="0" i="0" u="sng" strike="noStrike" cap="none" normalizeH="0" baseline="0" dirty="0">
                <a:ln>
                  <a:noFill/>
                </a:ln>
                <a:solidFill>
                  <a:srgbClr val="B83C82"/>
                </a:solidFill>
                <a:effectLst/>
                <a:latin typeface="Consolas" panose="020B0609020204030204" pitchFamily="49" charset="0"/>
                <a:hlinkClick r:id="rId2"/>
              </a:rPr>
              <a:t>MonoBehaviour</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 </a:t>
            </a:r>
            <a:r>
              <a:rPr lang="en-US" altLang="tr-TR" dirty="0">
                <a:solidFill>
                  <a:srgbClr val="455463"/>
                </a:solidFill>
                <a:latin typeface="Consolas" panose="020B0609020204030204" pitchFamily="49" charset="0"/>
              </a:rPr>
              <a:t>   </a:t>
            </a:r>
            <a:r>
              <a:rPr kumimoji="0" lang="tr-TR" altLang="tr-TR" b="0" i="0" u="none" strike="noStrike" cap="none" normalizeH="0" baseline="0" dirty="0">
                <a:ln>
                  <a:noFill/>
                </a:ln>
                <a:solidFill>
                  <a:srgbClr val="455463"/>
                </a:solidFill>
                <a:effectLst/>
                <a:latin typeface="Consolas" panose="020B0609020204030204" pitchFamily="49" charset="0"/>
              </a:rPr>
              <a:t>void </a:t>
            </a:r>
            <a:r>
              <a:rPr kumimoji="0" lang="tr-TR" altLang="tr-TR" b="0" i="0" u="none" strike="noStrike" cap="none" normalizeH="0" baseline="0" dirty="0">
                <a:ln>
                  <a:noFill/>
                </a:ln>
                <a:solidFill>
                  <a:srgbClr val="FF0000"/>
                </a:solidFill>
                <a:effectLst/>
                <a:latin typeface="Consolas" panose="020B0609020204030204" pitchFamily="49" charset="0"/>
              </a:rPr>
              <a:t>Update</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en-US" altLang="tr-TR" b="0" i="0" u="none" strike="noStrike" cap="none" normalizeH="0" baseline="0" dirty="0">
                <a:ln>
                  <a:noFill/>
                </a:ln>
                <a:solidFill>
                  <a:srgbClr val="455463"/>
                </a:solidFill>
                <a:effectLst/>
                <a:latin typeface="Consolas" panose="020B0609020204030204" pitchFamily="49" charset="0"/>
              </a:rPr>
              <a:t>	</a:t>
            </a:r>
            <a:r>
              <a:rPr kumimoji="0" lang="tr-TR" altLang="tr-TR" b="0" i="0" u="none" strike="noStrike" cap="none" normalizeH="0" baseline="0" dirty="0">
                <a:ln>
                  <a:noFill/>
                </a:ln>
                <a:solidFill>
                  <a:srgbClr val="455463"/>
                </a:solidFill>
                <a:effectLst/>
                <a:latin typeface="Consolas" panose="020B0609020204030204" pitchFamily="49" charset="0"/>
              </a:rPr>
              <a:t>transform.Translate(0, 0, </a:t>
            </a:r>
            <a:r>
              <a:rPr kumimoji="0" lang="tr-TR" altLang="tr-TR" b="0" i="0" u="sng" strike="noStrike" cap="none" normalizeH="0" baseline="0" dirty="0">
                <a:ln>
                  <a:noFill/>
                </a:ln>
                <a:solidFill>
                  <a:srgbClr val="B83C82"/>
                </a:solidFill>
                <a:effectLst/>
                <a:latin typeface="Consolas" panose="020B0609020204030204" pitchFamily="49" charset="0"/>
                <a:hlinkClick r:id="rId3"/>
              </a:rPr>
              <a:t>Time.deltaTime</a:t>
            </a:r>
            <a:r>
              <a:rPr kumimoji="0" lang="tr-TR" altLang="tr-TR" b="0" i="0" u="none" strike="noStrike" cap="none" normalizeH="0" baseline="0" dirty="0">
                <a:ln>
                  <a:noFill/>
                </a:ln>
                <a:solidFill>
                  <a:srgbClr val="455463"/>
                </a:solidFill>
                <a:effectLst/>
                <a:latin typeface="Consolas" panose="020B0609020204030204" pitchFamily="49" charset="0"/>
              </a:rPr>
              <a:t> * 1);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 }</a:t>
            </a:r>
            <a:r>
              <a:rPr kumimoji="0" lang="tr-TR" altLang="tr-TR" sz="8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768D29B6-9965-4FF8-9103-36729D653AEA}"/>
              </a:ext>
            </a:extLst>
          </p:cNvPr>
          <p:cNvSpPr>
            <a:spLocks noGrp="1"/>
          </p:cNvSpPr>
          <p:nvPr>
            <p:ph type="sldNum" sz="quarter" idx="12"/>
          </p:nvPr>
        </p:nvSpPr>
        <p:spPr/>
        <p:txBody>
          <a:bodyPr/>
          <a:lstStyle/>
          <a:p>
            <a:fld id="{2698BB43-DB97-4C55-8D33-CA4AB6A13C97}" type="slidenum">
              <a:rPr lang="tr-TR" smtClean="0"/>
              <a:t>11</a:t>
            </a:fld>
            <a:endParaRPr lang="tr-TR"/>
          </a:p>
        </p:txBody>
      </p:sp>
    </p:spTree>
    <p:extLst>
      <p:ext uri="{BB962C8B-B14F-4D97-AF65-F5344CB8AC3E}">
        <p14:creationId xmlns:p14="http://schemas.microsoft.com/office/powerpoint/2010/main" val="2913831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ECCB1-CE21-418A-B47D-D6F8B53CE0B1}"/>
              </a:ext>
            </a:extLst>
          </p:cNvPr>
          <p:cNvSpPr>
            <a:spLocks noGrp="1"/>
          </p:cNvSpPr>
          <p:nvPr>
            <p:ph type="title"/>
          </p:nvPr>
        </p:nvSpPr>
        <p:spPr/>
        <p:txBody>
          <a:bodyPr/>
          <a:lstStyle/>
          <a:p>
            <a:r>
              <a:rPr lang="en-US" dirty="0" err="1"/>
              <a:t>FixedUpdate</a:t>
            </a:r>
            <a:r>
              <a:rPr lang="en-US" dirty="0"/>
              <a:t>()</a:t>
            </a:r>
            <a:endParaRPr lang="tr-TR" dirty="0"/>
          </a:p>
        </p:txBody>
      </p:sp>
      <p:sp>
        <p:nvSpPr>
          <p:cNvPr id="3" name="Content Placeholder 2">
            <a:extLst>
              <a:ext uri="{FF2B5EF4-FFF2-40B4-BE49-F238E27FC236}">
                <a16:creationId xmlns:a16="http://schemas.microsoft.com/office/drawing/2014/main" id="{A2F7B947-9341-4382-87D1-860FB85DC63B}"/>
              </a:ext>
            </a:extLst>
          </p:cNvPr>
          <p:cNvSpPr>
            <a:spLocks noGrp="1"/>
          </p:cNvSpPr>
          <p:nvPr>
            <p:ph idx="1"/>
          </p:nvPr>
        </p:nvSpPr>
        <p:spPr/>
        <p:txBody>
          <a:bodyPr>
            <a:normAutofit/>
          </a:bodyPr>
          <a:lstStyle/>
          <a:p>
            <a:r>
              <a:rPr lang="en-US" sz="2400" dirty="0"/>
              <a:t>This function is called every fixed framerate frame. </a:t>
            </a:r>
            <a:r>
              <a:rPr lang="en-US" sz="2400" dirty="0" err="1"/>
              <a:t>FixedUpdate</a:t>
            </a:r>
            <a:r>
              <a:rPr lang="en-US" sz="2400" dirty="0"/>
              <a:t> should be used when dealing with </a:t>
            </a:r>
            <a:r>
              <a:rPr lang="en-US" sz="2400" u="sng" dirty="0">
                <a:hlinkClick r:id="rId2"/>
              </a:rPr>
              <a:t>Rigidbody</a:t>
            </a:r>
            <a:r>
              <a:rPr lang="en-US" sz="2400" dirty="0"/>
              <a:t>. </a:t>
            </a:r>
          </a:p>
          <a:p>
            <a:endParaRPr lang="en-US" sz="2400" dirty="0"/>
          </a:p>
          <a:p>
            <a:endParaRPr lang="tr-TR" sz="2400" dirty="0"/>
          </a:p>
        </p:txBody>
      </p:sp>
      <p:sp>
        <p:nvSpPr>
          <p:cNvPr id="4" name="Rectangle 1">
            <a:extLst>
              <a:ext uri="{FF2B5EF4-FFF2-40B4-BE49-F238E27FC236}">
                <a16:creationId xmlns:a16="http://schemas.microsoft.com/office/drawing/2014/main" id="{6AC3E311-F569-4EB7-87AD-713A88C2841B}"/>
              </a:ext>
            </a:extLst>
          </p:cNvPr>
          <p:cNvSpPr>
            <a:spLocks noChangeArrowheads="1"/>
          </p:cNvSpPr>
          <p:nvPr/>
        </p:nvSpPr>
        <p:spPr bwMode="auto">
          <a:xfrm>
            <a:off x="1150374" y="2913357"/>
            <a:ext cx="5572038" cy="37932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b="0" i="0" u="sng" strike="noStrike" cap="none" normalizeH="0" baseline="0" dirty="0">
                <a:ln>
                  <a:noFill/>
                </a:ln>
                <a:solidFill>
                  <a:srgbClr val="B83C82"/>
                </a:solidFill>
                <a:effectLst/>
                <a:latin typeface="Consolas" panose="020B0609020204030204" pitchFamily="49" charset="0"/>
                <a:hlinkClick r:id="rId3"/>
              </a:rPr>
              <a:t>MonoBehaviour</a:t>
            </a:r>
            <a:r>
              <a:rPr kumimoji="0" lang="tr-TR" altLang="tr-TR" b="0" i="0" u="none" strike="noStrike" cap="none" normalizeH="0" baseline="0" dirty="0">
                <a:ln>
                  <a:noFill/>
                </a:ln>
                <a:solidFill>
                  <a:srgbClr val="455463"/>
                </a:solidFill>
                <a:effectLst/>
                <a:latin typeface="Consolas" panose="020B0609020204030204" pitchFamily="49" charset="0"/>
              </a:rPr>
              <a:t> {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public </a:t>
            </a:r>
            <a:r>
              <a:rPr kumimoji="0" lang="tr-TR" altLang="tr-TR" b="0" i="0" u="sng" strike="noStrike" cap="none" normalizeH="0" baseline="0" dirty="0">
                <a:ln>
                  <a:noFill/>
                </a:ln>
                <a:solidFill>
                  <a:srgbClr val="B83C82"/>
                </a:solidFill>
                <a:effectLst/>
                <a:latin typeface="Consolas" panose="020B0609020204030204" pitchFamily="49" charset="0"/>
                <a:hlinkClick r:id="rId2"/>
              </a:rPr>
              <a:t>Rigidbody</a:t>
            </a:r>
            <a:r>
              <a:rPr kumimoji="0" lang="tr-TR" altLang="tr-TR" b="0" i="0" u="none" strike="noStrike" cap="none" normalizeH="0" baseline="0" dirty="0">
                <a:ln>
                  <a:noFill/>
                </a:ln>
                <a:solidFill>
                  <a:srgbClr val="455463"/>
                </a:solidFill>
                <a:effectLst/>
                <a:latin typeface="Consolas" panose="020B0609020204030204" pitchFamily="49" charset="0"/>
              </a:rPr>
              <a:t> rb;</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void Start()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rb = GetComponent&lt;</a:t>
            </a:r>
            <a:r>
              <a:rPr kumimoji="0" lang="tr-TR" altLang="tr-TR" b="0" i="0" u="sng" strike="noStrike" cap="none" normalizeH="0" baseline="0" dirty="0">
                <a:ln>
                  <a:noFill/>
                </a:ln>
                <a:solidFill>
                  <a:srgbClr val="B83C82"/>
                </a:solidFill>
                <a:effectLst/>
                <a:latin typeface="Consolas" panose="020B0609020204030204" pitchFamily="49" charset="0"/>
                <a:hlinkClick r:id="rId2"/>
              </a:rPr>
              <a:t>Rigidbody</a:t>
            </a:r>
            <a:r>
              <a:rPr kumimoji="0" lang="tr-TR" altLang="tr-TR" b="0" i="0" u="none" strike="noStrike" cap="none" normalizeH="0" baseline="0" dirty="0">
                <a:ln>
                  <a:noFill/>
                </a:ln>
                <a:solidFill>
                  <a:srgbClr val="455463"/>
                </a:solidFill>
                <a:effectLst/>
                <a:latin typeface="Consolas" panose="020B0609020204030204" pitchFamily="49" charset="0"/>
              </a:rPr>
              <a:t>&gt;();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void </a:t>
            </a:r>
            <a:r>
              <a:rPr kumimoji="0" lang="tr-TR" altLang="tr-TR" b="0" i="0" u="none" strike="noStrike" cap="none" normalizeH="0" baseline="0" dirty="0">
                <a:ln>
                  <a:noFill/>
                </a:ln>
                <a:solidFill>
                  <a:srgbClr val="FF0000"/>
                </a:solidFill>
                <a:effectLst/>
                <a:latin typeface="Consolas" panose="020B0609020204030204" pitchFamily="49" charset="0"/>
              </a:rPr>
              <a:t>FixedUpdate</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rb.AddForce(10.0f * </a:t>
            </a:r>
            <a:r>
              <a:rPr kumimoji="0" lang="tr-TR" altLang="tr-TR" b="0" i="0" u="sng" strike="noStrike" cap="none" normalizeH="0" baseline="0" dirty="0">
                <a:ln>
                  <a:noFill/>
                </a:ln>
                <a:solidFill>
                  <a:srgbClr val="B83C82"/>
                </a:solidFill>
                <a:effectLst/>
                <a:latin typeface="Consolas" panose="020B0609020204030204" pitchFamily="49" charset="0"/>
                <a:hlinkClick r:id="rId4"/>
              </a:rPr>
              <a:t>Vector3.up</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a:t>
            </a:r>
            <a:r>
              <a:rPr kumimoji="0" lang="tr-TR" altLang="tr-TR" sz="8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FEB7C718-3820-45B7-82A4-487C791EFC7E}"/>
              </a:ext>
            </a:extLst>
          </p:cNvPr>
          <p:cNvSpPr>
            <a:spLocks noGrp="1"/>
          </p:cNvSpPr>
          <p:nvPr>
            <p:ph type="sldNum" sz="quarter" idx="12"/>
          </p:nvPr>
        </p:nvSpPr>
        <p:spPr/>
        <p:txBody>
          <a:bodyPr/>
          <a:lstStyle/>
          <a:p>
            <a:fld id="{2698BB43-DB97-4C55-8D33-CA4AB6A13C97}" type="slidenum">
              <a:rPr lang="tr-TR" smtClean="0"/>
              <a:t>12</a:t>
            </a:fld>
            <a:endParaRPr lang="tr-TR"/>
          </a:p>
        </p:txBody>
      </p:sp>
    </p:spTree>
    <p:extLst>
      <p:ext uri="{BB962C8B-B14F-4D97-AF65-F5344CB8AC3E}">
        <p14:creationId xmlns:p14="http://schemas.microsoft.com/office/powerpoint/2010/main" val="133892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CDCF0-B655-401F-8A68-4C2AF3B2B54F}"/>
              </a:ext>
            </a:extLst>
          </p:cNvPr>
          <p:cNvSpPr>
            <a:spLocks noGrp="1"/>
          </p:cNvSpPr>
          <p:nvPr>
            <p:ph type="title"/>
          </p:nvPr>
        </p:nvSpPr>
        <p:spPr/>
        <p:txBody>
          <a:bodyPr/>
          <a:lstStyle/>
          <a:p>
            <a:r>
              <a:rPr lang="en-US" dirty="0" err="1"/>
              <a:t>OnGUI</a:t>
            </a:r>
            <a:r>
              <a:rPr lang="en-US" dirty="0"/>
              <a:t>()</a:t>
            </a:r>
            <a:endParaRPr lang="tr-TR" dirty="0"/>
          </a:p>
        </p:txBody>
      </p:sp>
      <p:sp>
        <p:nvSpPr>
          <p:cNvPr id="3" name="Content Placeholder 2">
            <a:extLst>
              <a:ext uri="{FF2B5EF4-FFF2-40B4-BE49-F238E27FC236}">
                <a16:creationId xmlns:a16="http://schemas.microsoft.com/office/drawing/2014/main" id="{402B2AF4-E2CC-4DE2-AA23-98D34D1550FC}"/>
              </a:ext>
            </a:extLst>
          </p:cNvPr>
          <p:cNvSpPr>
            <a:spLocks noGrp="1"/>
          </p:cNvSpPr>
          <p:nvPr>
            <p:ph idx="1"/>
          </p:nvPr>
        </p:nvSpPr>
        <p:spPr/>
        <p:txBody>
          <a:bodyPr>
            <a:normAutofit/>
          </a:bodyPr>
          <a:lstStyle/>
          <a:p>
            <a:r>
              <a:rPr lang="en-US" sz="2400" dirty="0" err="1"/>
              <a:t>OnGUI</a:t>
            </a:r>
            <a:r>
              <a:rPr lang="en-US" sz="2400" dirty="0"/>
              <a:t> is called for rendering and handling GUI events.</a:t>
            </a:r>
          </a:p>
          <a:p>
            <a:r>
              <a:rPr lang="en-US" sz="2400" dirty="0"/>
              <a:t>This means that your </a:t>
            </a:r>
            <a:r>
              <a:rPr lang="en-US" sz="2400" dirty="0" err="1"/>
              <a:t>OnGUI</a:t>
            </a:r>
            <a:r>
              <a:rPr lang="en-US" sz="2400" dirty="0"/>
              <a:t> implementation might be called several times per frame</a:t>
            </a:r>
            <a:endParaRPr lang="tr-TR" sz="2400" dirty="0"/>
          </a:p>
        </p:txBody>
      </p:sp>
      <p:sp>
        <p:nvSpPr>
          <p:cNvPr id="4" name="Rectangle 1">
            <a:extLst>
              <a:ext uri="{FF2B5EF4-FFF2-40B4-BE49-F238E27FC236}">
                <a16:creationId xmlns:a16="http://schemas.microsoft.com/office/drawing/2014/main" id="{8F9D2827-EC9A-4EFF-AE79-94A997295228}"/>
              </a:ext>
            </a:extLst>
          </p:cNvPr>
          <p:cNvSpPr>
            <a:spLocks noChangeArrowheads="1"/>
          </p:cNvSpPr>
          <p:nvPr/>
        </p:nvSpPr>
        <p:spPr bwMode="auto">
          <a:xfrm>
            <a:off x="1081549" y="3471573"/>
            <a:ext cx="8313173" cy="26852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b="0" i="0" u="sng" strike="noStrike" cap="none" normalizeH="0" baseline="0" dirty="0">
                <a:ln>
                  <a:noFill/>
                </a:ln>
                <a:solidFill>
                  <a:srgbClr val="B83C82"/>
                </a:solidFill>
                <a:effectLst/>
                <a:latin typeface="Consolas" panose="020B0609020204030204" pitchFamily="49" charset="0"/>
                <a:hlinkClick r:id="rId2"/>
              </a:rPr>
              <a:t>MonoBehaviour</a:t>
            </a:r>
            <a:r>
              <a:rPr kumimoji="0" lang="tr-TR" altLang="tr-TR" b="0" i="0" u="none" strike="noStrike" cap="none" normalizeH="0" baseline="0" dirty="0">
                <a:ln>
                  <a:noFill/>
                </a:ln>
                <a:solidFill>
                  <a:srgbClr val="455463"/>
                </a:solidFill>
                <a:effectLst/>
                <a:latin typeface="Consolas" panose="020B0609020204030204" pitchFamily="49" charset="0"/>
              </a:rPr>
              <a:t> {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void </a:t>
            </a:r>
            <a:r>
              <a:rPr kumimoji="0" lang="tr-TR" altLang="tr-TR" b="0" i="0" u="none" strike="noStrike" cap="none" normalizeH="0" baseline="0" dirty="0">
                <a:ln>
                  <a:noFill/>
                </a:ln>
                <a:solidFill>
                  <a:srgbClr val="FF0000"/>
                </a:solidFill>
                <a:effectLst/>
                <a:latin typeface="Consolas" panose="020B0609020204030204" pitchFamily="49" charset="0"/>
              </a:rPr>
              <a:t>OnGUI</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if (</a:t>
            </a:r>
            <a:r>
              <a:rPr kumimoji="0" lang="tr-TR" altLang="tr-TR" b="0" i="0" u="sng" strike="noStrike" cap="none" normalizeH="0" baseline="0" dirty="0">
                <a:ln>
                  <a:noFill/>
                </a:ln>
                <a:solidFill>
                  <a:srgbClr val="B83C82"/>
                </a:solidFill>
                <a:effectLst/>
                <a:latin typeface="Consolas" panose="020B0609020204030204" pitchFamily="49" charset="0"/>
                <a:hlinkClick r:id="rId3"/>
              </a:rPr>
              <a:t>GUI.Button</a:t>
            </a:r>
            <a:r>
              <a:rPr kumimoji="0" lang="tr-TR" altLang="tr-TR" b="0" i="0" u="none" strike="noStrike" cap="none" normalizeH="0" baseline="0" dirty="0">
                <a:ln>
                  <a:noFill/>
                </a:ln>
                <a:solidFill>
                  <a:srgbClr val="455463"/>
                </a:solidFill>
                <a:effectLst/>
                <a:latin typeface="Consolas" panose="020B0609020204030204" pitchFamily="49" charset="0"/>
              </a:rPr>
              <a:t>(new </a:t>
            </a:r>
            <a:r>
              <a:rPr kumimoji="0" lang="tr-TR" altLang="tr-TR" b="0" i="0" u="sng" strike="noStrike" cap="none" normalizeH="0" baseline="0" dirty="0">
                <a:ln>
                  <a:noFill/>
                </a:ln>
                <a:solidFill>
                  <a:srgbClr val="B83C82"/>
                </a:solidFill>
                <a:effectLst/>
                <a:latin typeface="Consolas" panose="020B0609020204030204" pitchFamily="49" charset="0"/>
                <a:hlinkClick r:id="rId4"/>
              </a:rPr>
              <a:t>Rect</a:t>
            </a:r>
            <a:r>
              <a:rPr kumimoji="0" lang="tr-TR" altLang="tr-TR" b="0" i="0" u="none" strike="noStrike" cap="none" normalizeH="0" baseline="0" dirty="0">
                <a:ln>
                  <a:noFill/>
                </a:ln>
                <a:solidFill>
                  <a:srgbClr val="455463"/>
                </a:solidFill>
                <a:effectLst/>
                <a:latin typeface="Consolas" panose="020B0609020204030204" pitchFamily="49" charset="0"/>
              </a:rPr>
              <a:t>(10, 10, 150, 100), "I am a button"))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print("You clicked the button!");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 }</a:t>
            </a:r>
            <a:r>
              <a:rPr kumimoji="0" lang="tr-TR" altLang="tr-TR" sz="8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D620A75A-C264-41CA-9532-F5357640CCBC}"/>
              </a:ext>
            </a:extLst>
          </p:cNvPr>
          <p:cNvSpPr>
            <a:spLocks noGrp="1"/>
          </p:cNvSpPr>
          <p:nvPr>
            <p:ph type="sldNum" sz="quarter" idx="12"/>
          </p:nvPr>
        </p:nvSpPr>
        <p:spPr/>
        <p:txBody>
          <a:bodyPr/>
          <a:lstStyle/>
          <a:p>
            <a:fld id="{2698BB43-DB97-4C55-8D33-CA4AB6A13C97}" type="slidenum">
              <a:rPr lang="tr-TR" smtClean="0"/>
              <a:t>13</a:t>
            </a:fld>
            <a:endParaRPr lang="tr-TR"/>
          </a:p>
        </p:txBody>
      </p:sp>
    </p:spTree>
    <p:extLst>
      <p:ext uri="{BB962C8B-B14F-4D97-AF65-F5344CB8AC3E}">
        <p14:creationId xmlns:p14="http://schemas.microsoft.com/office/powerpoint/2010/main" val="4100895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70E0-CC7B-450E-8593-97B05BE41165}"/>
              </a:ext>
            </a:extLst>
          </p:cNvPr>
          <p:cNvSpPr>
            <a:spLocks noGrp="1"/>
          </p:cNvSpPr>
          <p:nvPr>
            <p:ph type="title"/>
          </p:nvPr>
        </p:nvSpPr>
        <p:spPr/>
        <p:txBody>
          <a:bodyPr/>
          <a:lstStyle/>
          <a:p>
            <a:r>
              <a:rPr lang="en-US" dirty="0" err="1"/>
              <a:t>OnDisable</a:t>
            </a:r>
            <a:r>
              <a:rPr lang="en-US" dirty="0"/>
              <a:t>()</a:t>
            </a:r>
            <a:endParaRPr lang="tr-TR" dirty="0"/>
          </a:p>
        </p:txBody>
      </p:sp>
      <p:sp>
        <p:nvSpPr>
          <p:cNvPr id="3" name="Content Placeholder 2">
            <a:extLst>
              <a:ext uri="{FF2B5EF4-FFF2-40B4-BE49-F238E27FC236}">
                <a16:creationId xmlns:a16="http://schemas.microsoft.com/office/drawing/2014/main" id="{AF66BF31-0684-4479-8105-02101FD75D6A}"/>
              </a:ext>
            </a:extLst>
          </p:cNvPr>
          <p:cNvSpPr>
            <a:spLocks noGrp="1"/>
          </p:cNvSpPr>
          <p:nvPr>
            <p:ph idx="1"/>
          </p:nvPr>
        </p:nvSpPr>
        <p:spPr>
          <a:xfrm>
            <a:off x="838200" y="1825625"/>
            <a:ext cx="10515600" cy="4351338"/>
          </a:xfrm>
        </p:spPr>
        <p:txBody>
          <a:bodyPr/>
          <a:lstStyle/>
          <a:p>
            <a:r>
              <a:rPr lang="en-US" dirty="0"/>
              <a:t>This function is called when the </a:t>
            </a:r>
            <a:r>
              <a:rPr lang="en-US" dirty="0" err="1"/>
              <a:t>behaviour</a:t>
            </a:r>
            <a:r>
              <a:rPr lang="en-US" dirty="0"/>
              <a:t> becomes disabled () or inactive.</a:t>
            </a:r>
          </a:p>
          <a:p>
            <a:endParaRPr lang="tr-TR" dirty="0"/>
          </a:p>
        </p:txBody>
      </p:sp>
      <p:sp>
        <p:nvSpPr>
          <p:cNvPr id="4" name="Rectangle 1">
            <a:extLst>
              <a:ext uri="{FF2B5EF4-FFF2-40B4-BE49-F238E27FC236}">
                <a16:creationId xmlns:a16="http://schemas.microsoft.com/office/drawing/2014/main" id="{DC2CD812-F764-4847-8FE4-4ACA1858DDDD}"/>
              </a:ext>
            </a:extLst>
          </p:cNvPr>
          <p:cNvSpPr>
            <a:spLocks noChangeArrowheads="1"/>
          </p:cNvSpPr>
          <p:nvPr/>
        </p:nvSpPr>
        <p:spPr bwMode="auto">
          <a:xfrm>
            <a:off x="0" y="3261312"/>
            <a:ext cx="6033703" cy="26852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b="0" i="0" u="sng" strike="noStrike" cap="none" normalizeH="0" baseline="0" dirty="0">
                <a:ln>
                  <a:noFill/>
                </a:ln>
                <a:solidFill>
                  <a:srgbClr val="B83C82"/>
                </a:solidFill>
                <a:effectLst/>
                <a:latin typeface="Consolas" panose="020B0609020204030204" pitchFamily="49" charset="0"/>
                <a:hlinkClick r:id="rId2"/>
              </a:rPr>
              <a:t>MonoBehaviour</a:t>
            </a:r>
            <a:endParaRPr kumimoji="0" lang="en-US" altLang="tr-TR" b="0" i="0" u="sng" strike="noStrike" cap="none" normalizeH="0" baseline="0" dirty="0">
              <a:ln>
                <a:noFill/>
              </a:ln>
              <a:solidFill>
                <a:srgbClr val="B83C82"/>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endParaRPr lang="en-US" altLang="tr-TR" dirty="0">
              <a:solidFill>
                <a:srgbClr val="455463"/>
              </a:solidFill>
              <a:latin typeface="Consolas" panose="020B0609020204030204" pitchFamily="49" charset="0"/>
            </a:endParaRPr>
          </a:p>
          <a:p>
            <a:pPr lvl="2"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void </a:t>
            </a:r>
            <a:r>
              <a:rPr kumimoji="0" lang="tr-TR" altLang="tr-TR" b="0" i="0" u="none" strike="noStrike" cap="none" normalizeH="0" baseline="0" dirty="0">
                <a:ln>
                  <a:noFill/>
                </a:ln>
                <a:solidFill>
                  <a:srgbClr val="FF0000"/>
                </a:solidFill>
                <a:effectLst/>
                <a:latin typeface="Consolas" panose="020B0609020204030204" pitchFamily="49" charset="0"/>
              </a:rPr>
              <a:t>OnDisable</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2"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print("script was removed");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2"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r>
              <a:rPr kumimoji="0" lang="tr-TR" altLang="tr-TR" sz="8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1EEB7030-8627-469D-B3EF-3F6B04E768AF}"/>
              </a:ext>
            </a:extLst>
          </p:cNvPr>
          <p:cNvSpPr>
            <a:spLocks noGrp="1"/>
          </p:cNvSpPr>
          <p:nvPr>
            <p:ph type="sldNum" sz="quarter" idx="12"/>
          </p:nvPr>
        </p:nvSpPr>
        <p:spPr/>
        <p:txBody>
          <a:bodyPr/>
          <a:lstStyle/>
          <a:p>
            <a:fld id="{2698BB43-DB97-4C55-8D33-CA4AB6A13C97}" type="slidenum">
              <a:rPr lang="tr-TR" smtClean="0"/>
              <a:t>14</a:t>
            </a:fld>
            <a:endParaRPr lang="tr-TR"/>
          </a:p>
        </p:txBody>
      </p:sp>
    </p:spTree>
    <p:extLst>
      <p:ext uri="{BB962C8B-B14F-4D97-AF65-F5344CB8AC3E}">
        <p14:creationId xmlns:p14="http://schemas.microsoft.com/office/powerpoint/2010/main" val="3924331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C559A-01E6-486F-9E48-8557A81D3AEF}"/>
              </a:ext>
            </a:extLst>
          </p:cNvPr>
          <p:cNvSpPr>
            <a:spLocks noGrp="1"/>
          </p:cNvSpPr>
          <p:nvPr>
            <p:ph type="title"/>
          </p:nvPr>
        </p:nvSpPr>
        <p:spPr/>
        <p:txBody>
          <a:bodyPr/>
          <a:lstStyle/>
          <a:p>
            <a:r>
              <a:rPr lang="en-US" dirty="0" err="1"/>
              <a:t>OnEnable</a:t>
            </a:r>
            <a:r>
              <a:rPr lang="en-US" dirty="0"/>
              <a:t>()</a:t>
            </a:r>
            <a:endParaRPr lang="tr-TR" dirty="0"/>
          </a:p>
        </p:txBody>
      </p:sp>
      <p:sp>
        <p:nvSpPr>
          <p:cNvPr id="4" name="Rectangle 1">
            <a:extLst>
              <a:ext uri="{FF2B5EF4-FFF2-40B4-BE49-F238E27FC236}">
                <a16:creationId xmlns:a16="http://schemas.microsoft.com/office/drawing/2014/main" id="{B5790818-FDE0-4713-ABBC-7CF8BFF8D08A}"/>
              </a:ext>
            </a:extLst>
          </p:cNvPr>
          <p:cNvSpPr>
            <a:spLocks noGrp="1" noChangeArrowheads="1"/>
          </p:cNvSpPr>
          <p:nvPr>
            <p:ph idx="1"/>
          </p:nvPr>
        </p:nvSpPr>
        <p:spPr bwMode="auto">
          <a:xfrm>
            <a:off x="769374" y="3529445"/>
            <a:ext cx="6206827" cy="26545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sz="2000" b="0" i="0" u="none" strike="noStrike" cap="none" normalizeH="0" baseline="0" dirty="0">
                <a:ln>
                  <a:noFill/>
                </a:ln>
                <a:solidFill>
                  <a:srgbClr val="455463"/>
                </a:solidFill>
                <a:effectLst/>
                <a:latin typeface="Consolas" panose="020B0609020204030204" pitchFamily="49" charset="0"/>
              </a:rPr>
            </a:br>
            <a:br>
              <a:rPr kumimoji="0" lang="tr-TR" altLang="tr-TR" sz="2000" b="0" i="0" u="none" strike="noStrike" cap="none" normalizeH="0" baseline="0" dirty="0">
                <a:ln>
                  <a:noFill/>
                </a:ln>
                <a:solidFill>
                  <a:srgbClr val="455463"/>
                </a:solidFill>
                <a:effectLst/>
                <a:latin typeface="Consolas" panose="020B0609020204030204" pitchFamily="49" charset="0"/>
              </a:rPr>
            </a:br>
            <a:r>
              <a:rPr kumimoji="0" lang="tr-TR" altLang="tr-TR" sz="2000"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sz="2000" b="0" i="0" u="sng" strike="noStrike" cap="none" normalizeH="0" baseline="0" dirty="0">
                <a:ln>
                  <a:noFill/>
                </a:ln>
                <a:solidFill>
                  <a:srgbClr val="B83C82"/>
                </a:solidFill>
                <a:effectLst/>
                <a:latin typeface="Consolas" panose="020B0609020204030204" pitchFamily="49" charset="0"/>
                <a:hlinkClick r:id="rId2"/>
              </a:rPr>
              <a:t>MonoBehaviour</a:t>
            </a:r>
            <a:r>
              <a:rPr kumimoji="0" lang="tr-TR" altLang="tr-TR" sz="2000" b="0" i="0" u="none" strike="noStrike" cap="none" normalizeH="0" baseline="0" dirty="0">
                <a:ln>
                  <a:noFill/>
                </a:ln>
                <a:solidFill>
                  <a:srgbClr val="455463"/>
                </a:solidFill>
                <a:effectLst/>
                <a:latin typeface="Consolas" panose="020B0609020204030204" pitchFamily="49" charset="0"/>
              </a:rPr>
              <a:t>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 void </a:t>
            </a:r>
            <a:r>
              <a:rPr kumimoji="0" lang="tr-TR" altLang="tr-TR" sz="2000" b="0" i="0" u="none" strike="noStrike" cap="none" normalizeH="0" baseline="0" dirty="0">
                <a:ln>
                  <a:noFill/>
                </a:ln>
                <a:solidFill>
                  <a:srgbClr val="FF0000"/>
                </a:solidFill>
                <a:effectLst/>
                <a:latin typeface="Consolas" panose="020B0609020204030204" pitchFamily="49" charset="0"/>
              </a:rPr>
              <a:t>OnEnable</a:t>
            </a:r>
            <a:r>
              <a:rPr kumimoji="0" lang="tr-TR" altLang="tr-TR" sz="2000" b="0" i="0" u="none" strike="noStrike" cap="none" normalizeH="0" baseline="0" dirty="0">
                <a:ln>
                  <a:noFill/>
                </a:ln>
                <a:solidFill>
                  <a:srgbClr val="455463"/>
                </a:solidFill>
                <a:effectLst/>
                <a:latin typeface="Consolas" panose="020B0609020204030204" pitchFamily="49" charset="0"/>
              </a:rPr>
              <a:t>()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 </a:t>
            </a:r>
            <a:r>
              <a:rPr kumimoji="0" lang="en-US" altLang="tr-TR" sz="2000" b="0" i="0" u="none" strike="noStrike" cap="none" normalizeH="0" baseline="0" dirty="0">
                <a:ln>
                  <a:noFill/>
                </a:ln>
                <a:solidFill>
                  <a:srgbClr val="455463"/>
                </a:solidFill>
                <a:effectLst/>
                <a:latin typeface="Consolas" panose="020B0609020204030204" pitchFamily="49" charset="0"/>
              </a:rPr>
              <a:t>	</a:t>
            </a:r>
            <a:r>
              <a:rPr kumimoji="0" lang="tr-TR" altLang="tr-TR" sz="2000" b="0" i="0" u="none" strike="noStrike" cap="none" normalizeH="0" baseline="0" dirty="0">
                <a:ln>
                  <a:noFill/>
                </a:ln>
                <a:solidFill>
                  <a:srgbClr val="455463"/>
                </a:solidFill>
                <a:effectLst/>
                <a:latin typeface="Consolas" panose="020B0609020204030204" pitchFamily="49" charset="0"/>
              </a:rPr>
              <a:t>print("script was enabled"); </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tr-TR" sz="2000" b="0" i="0" u="none" strike="noStrike" cap="none" normalizeH="0" baseline="0" dirty="0">
                <a:ln>
                  <a:noFill/>
                </a:ln>
                <a:solidFill>
                  <a:srgbClr val="455463"/>
                </a:solidFill>
                <a:effectLst/>
                <a:latin typeface="Consolas" panose="020B0609020204030204" pitchFamily="49" charset="0"/>
              </a:rPr>
              <a:t>	</a:t>
            </a:r>
            <a:r>
              <a:rPr kumimoji="0" lang="tr-TR" altLang="tr-TR" sz="2000" b="0" i="0" u="none" strike="noStrike" cap="none" normalizeH="0" baseline="0" dirty="0">
                <a:ln>
                  <a:noFill/>
                </a:ln>
                <a:solidFill>
                  <a:srgbClr val="455463"/>
                </a:solidFill>
                <a:effectLst/>
                <a:latin typeface="Consolas" panose="020B0609020204030204" pitchFamily="49" charset="0"/>
              </a:rPr>
              <a:t>}</a:t>
            </a:r>
            <a:endParaRPr kumimoji="0" lang="en-US" altLang="tr-TR" sz="2000"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a:ln>
                  <a:noFill/>
                </a:ln>
                <a:solidFill>
                  <a:srgbClr val="455463"/>
                </a:solidFill>
                <a:effectLst/>
                <a:latin typeface="Consolas" panose="020B0609020204030204" pitchFamily="49" charset="0"/>
              </a:rPr>
              <a:t> }</a:t>
            </a:r>
            <a:r>
              <a:rPr kumimoji="0" lang="tr-TR" altLang="tr-TR" sz="2000" b="0" i="0" u="none" strike="noStrike" cap="none" normalizeH="0" baseline="0" dirty="0">
                <a:ln>
                  <a:noFill/>
                </a:ln>
                <a:solidFill>
                  <a:schemeClr val="tx1"/>
                </a:solidFill>
                <a:effectLst/>
              </a:rPr>
              <a:t> </a:t>
            </a:r>
            <a:endParaRPr kumimoji="0" lang="tr-TR" altLang="tr-TR" sz="2000" b="0" i="0" u="none" strike="noStrike" cap="none" normalizeH="0" baseline="0" dirty="0">
              <a:ln>
                <a:noFill/>
              </a:ln>
              <a:solidFill>
                <a:schemeClr val="tx1"/>
              </a:solidFill>
              <a:effectLst/>
              <a:latin typeface="Arial" panose="020B0604020202020204" pitchFamily="34" charset="0"/>
            </a:endParaRPr>
          </a:p>
        </p:txBody>
      </p:sp>
      <p:sp>
        <p:nvSpPr>
          <p:cNvPr id="6" name="Content Placeholder 2">
            <a:extLst>
              <a:ext uri="{FF2B5EF4-FFF2-40B4-BE49-F238E27FC236}">
                <a16:creationId xmlns:a16="http://schemas.microsoft.com/office/drawing/2014/main" id="{92CB3267-91D8-4831-880E-0C23BBCE6520}"/>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function is called when the </a:t>
            </a:r>
            <a:r>
              <a:rPr lang="en-US" dirty="0" err="1"/>
              <a:t>behaviour</a:t>
            </a:r>
            <a:r>
              <a:rPr lang="en-US" dirty="0"/>
              <a:t> becomes enabled () and active.</a:t>
            </a:r>
          </a:p>
          <a:p>
            <a:endParaRPr lang="tr-TR" dirty="0"/>
          </a:p>
        </p:txBody>
      </p:sp>
      <p:sp>
        <p:nvSpPr>
          <p:cNvPr id="5" name="Slide Number Placeholder 4">
            <a:extLst>
              <a:ext uri="{FF2B5EF4-FFF2-40B4-BE49-F238E27FC236}">
                <a16:creationId xmlns:a16="http://schemas.microsoft.com/office/drawing/2014/main" id="{D37EAA3A-AF6E-425B-90E0-14095E02D9BB}"/>
              </a:ext>
            </a:extLst>
          </p:cNvPr>
          <p:cNvSpPr>
            <a:spLocks noGrp="1"/>
          </p:cNvSpPr>
          <p:nvPr>
            <p:ph type="sldNum" sz="quarter" idx="12"/>
          </p:nvPr>
        </p:nvSpPr>
        <p:spPr/>
        <p:txBody>
          <a:bodyPr/>
          <a:lstStyle/>
          <a:p>
            <a:fld id="{2698BB43-DB97-4C55-8D33-CA4AB6A13C97}" type="slidenum">
              <a:rPr lang="tr-TR" smtClean="0"/>
              <a:t>15</a:t>
            </a:fld>
            <a:endParaRPr lang="tr-TR"/>
          </a:p>
        </p:txBody>
      </p:sp>
    </p:spTree>
    <p:extLst>
      <p:ext uri="{BB962C8B-B14F-4D97-AF65-F5344CB8AC3E}">
        <p14:creationId xmlns:p14="http://schemas.microsoft.com/office/powerpoint/2010/main" val="3007137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B1AE7-383E-4B11-8705-B33F18120DC7}"/>
              </a:ext>
            </a:extLst>
          </p:cNvPr>
          <p:cNvSpPr>
            <a:spLocks noGrp="1"/>
          </p:cNvSpPr>
          <p:nvPr>
            <p:ph type="title"/>
          </p:nvPr>
        </p:nvSpPr>
        <p:spPr/>
        <p:txBody>
          <a:bodyPr/>
          <a:lstStyle/>
          <a:p>
            <a:r>
              <a:rPr lang="tr-TR" b="1" dirty="0"/>
              <a:t>LateUpdate()</a:t>
            </a:r>
            <a:endParaRPr lang="tr-TR" dirty="0"/>
          </a:p>
        </p:txBody>
      </p:sp>
      <p:sp>
        <p:nvSpPr>
          <p:cNvPr id="3" name="Content Placeholder 2">
            <a:extLst>
              <a:ext uri="{FF2B5EF4-FFF2-40B4-BE49-F238E27FC236}">
                <a16:creationId xmlns:a16="http://schemas.microsoft.com/office/drawing/2014/main" id="{71F0EBE1-038D-41F5-83D4-BF7012DA727C}"/>
              </a:ext>
            </a:extLst>
          </p:cNvPr>
          <p:cNvSpPr>
            <a:spLocks noGrp="1"/>
          </p:cNvSpPr>
          <p:nvPr>
            <p:ph idx="1"/>
          </p:nvPr>
        </p:nvSpPr>
        <p:spPr/>
        <p:txBody>
          <a:bodyPr/>
          <a:lstStyle/>
          <a:p>
            <a:r>
              <a:rPr lang="en-US" dirty="0" err="1"/>
              <a:t>LateUpdate</a:t>
            </a:r>
            <a:r>
              <a:rPr lang="en-US" dirty="0"/>
              <a:t> is called after all Update functions have been called. This is useful to order script execution. For example a follow camera should always be implemented in </a:t>
            </a:r>
            <a:r>
              <a:rPr lang="en-US" dirty="0" err="1"/>
              <a:t>LateUpdate</a:t>
            </a:r>
            <a:r>
              <a:rPr lang="en-US" dirty="0"/>
              <a:t> because it tracks objects that might have moved inside Update.</a:t>
            </a:r>
            <a:endParaRPr lang="tr-TR" dirty="0"/>
          </a:p>
        </p:txBody>
      </p:sp>
      <p:sp>
        <p:nvSpPr>
          <p:cNvPr id="4" name="Rectangle 1">
            <a:extLst>
              <a:ext uri="{FF2B5EF4-FFF2-40B4-BE49-F238E27FC236}">
                <a16:creationId xmlns:a16="http://schemas.microsoft.com/office/drawing/2014/main" id="{CF19AD93-A9A0-46D4-8C38-0AB6F7943E13}"/>
              </a:ext>
            </a:extLst>
          </p:cNvPr>
          <p:cNvSpPr>
            <a:spLocks noChangeArrowheads="1"/>
          </p:cNvSpPr>
          <p:nvPr/>
        </p:nvSpPr>
        <p:spPr bwMode="auto">
          <a:xfrm>
            <a:off x="1032387" y="4084584"/>
            <a:ext cx="6033703" cy="240829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using UnityEngine; using System.Collections;</a:t>
            </a:r>
            <a:br>
              <a:rPr kumimoji="0" lang="tr-TR" altLang="tr-TR" b="0" i="0" u="none" strike="noStrike" cap="none" normalizeH="0" baseline="0" dirty="0">
                <a:ln>
                  <a:noFill/>
                </a:ln>
                <a:solidFill>
                  <a:srgbClr val="455463"/>
                </a:solidFill>
                <a:effectLst/>
                <a:latin typeface="Consolas" panose="020B0609020204030204" pitchFamily="49" charset="0"/>
              </a:rPr>
            </a:br>
            <a:br>
              <a:rPr kumimoji="0" lang="tr-TR" altLang="tr-TR" b="0" i="0" u="none" strike="noStrike" cap="none" normalizeH="0" baseline="0" dirty="0">
                <a:ln>
                  <a:noFill/>
                </a:ln>
                <a:solidFill>
                  <a:srgbClr val="455463"/>
                </a:solidFill>
                <a:effectLst/>
                <a:latin typeface="Consolas" panose="020B0609020204030204" pitchFamily="49" charset="0"/>
              </a:rPr>
            </a:br>
            <a:r>
              <a:rPr kumimoji="0" lang="tr-TR" altLang="tr-TR" b="0" i="0" u="none" strike="noStrike" cap="none" normalizeH="0" baseline="0" dirty="0">
                <a:ln>
                  <a:noFill/>
                </a:ln>
                <a:solidFill>
                  <a:srgbClr val="455463"/>
                </a:solidFill>
                <a:effectLst/>
                <a:latin typeface="Consolas" panose="020B0609020204030204" pitchFamily="49" charset="0"/>
              </a:rPr>
              <a:t>public class ExampleClass : </a:t>
            </a:r>
            <a:r>
              <a:rPr kumimoji="0" lang="tr-TR" altLang="tr-TR" b="0" i="0" u="sng" strike="noStrike" cap="none" normalizeH="0" baseline="0" dirty="0">
                <a:ln>
                  <a:noFill/>
                </a:ln>
                <a:solidFill>
                  <a:srgbClr val="B83C82"/>
                </a:solidFill>
                <a:effectLst/>
                <a:latin typeface="Consolas" panose="020B0609020204030204" pitchFamily="49" charset="0"/>
                <a:hlinkClick r:id="rId2"/>
              </a:rPr>
              <a:t>MonoBehaviour</a:t>
            </a:r>
            <a:r>
              <a:rPr kumimoji="0" lang="tr-TR" altLang="tr-TR" b="0" i="0" u="none" strike="noStrike" cap="none" normalizeH="0" baseline="0" dirty="0">
                <a:ln>
                  <a:noFill/>
                </a:ln>
                <a:solidFill>
                  <a:srgbClr val="455463"/>
                </a:solidFill>
                <a:effectLst/>
                <a:latin typeface="Consolas" panose="020B0609020204030204" pitchFamily="49" charset="0"/>
              </a:rPr>
              <a:t> { </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void </a:t>
            </a:r>
            <a:r>
              <a:rPr kumimoji="0" lang="tr-TR" altLang="tr-TR" b="0" i="0" u="none" strike="noStrike" cap="none" normalizeH="0" baseline="0" dirty="0">
                <a:ln>
                  <a:noFill/>
                </a:ln>
                <a:solidFill>
                  <a:srgbClr val="FF0000"/>
                </a:solidFill>
                <a:effectLst/>
                <a:latin typeface="Consolas" panose="020B0609020204030204" pitchFamily="49" charset="0"/>
              </a:rPr>
              <a:t>LateUpdate</a:t>
            </a:r>
            <a:r>
              <a:rPr kumimoji="0" lang="tr-TR" altLang="tr-TR" b="0" i="0" u="none" strike="noStrike" cap="none" normalizeH="0" baseline="0" dirty="0">
                <a:ln>
                  <a:noFill/>
                </a:ln>
                <a:solidFill>
                  <a:srgbClr val="455463"/>
                </a:solidFill>
                <a:effectLst/>
                <a:latin typeface="Consolas" panose="020B0609020204030204" pitchFamily="49" charset="0"/>
              </a:rPr>
              <a:t>()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 transform.Translate(0, </a:t>
            </a:r>
            <a:r>
              <a:rPr kumimoji="0" lang="tr-TR" altLang="tr-TR" b="0" i="0" u="sng" strike="noStrike" cap="none" normalizeH="0" baseline="0" dirty="0">
                <a:ln>
                  <a:noFill/>
                </a:ln>
                <a:solidFill>
                  <a:srgbClr val="B83C82"/>
                </a:solidFill>
                <a:effectLst/>
                <a:latin typeface="Consolas" panose="020B0609020204030204" pitchFamily="49" charset="0"/>
                <a:hlinkClick r:id="rId3"/>
              </a:rPr>
              <a:t>Time.deltaTime</a:t>
            </a:r>
            <a:r>
              <a:rPr kumimoji="0" lang="tr-TR" altLang="tr-TR" b="0" i="0" u="none" strike="noStrike" cap="none" normalizeH="0" baseline="0" dirty="0">
                <a:ln>
                  <a:noFill/>
                </a:ln>
                <a:solidFill>
                  <a:srgbClr val="455463"/>
                </a:solidFill>
                <a:effectLst/>
                <a:latin typeface="Consolas" panose="020B0609020204030204" pitchFamily="49" charset="0"/>
              </a:rPr>
              <a:t>, 0); </a:t>
            </a:r>
            <a:endParaRPr kumimoji="0" lang="en-US" altLang="tr-TR" b="0" i="0" u="none" strike="noStrike" cap="none" normalizeH="0" baseline="0" dirty="0">
              <a:ln>
                <a:noFill/>
              </a:ln>
              <a:solidFill>
                <a:srgbClr val="455463"/>
              </a:solidFill>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solidFill>
                  <a:srgbClr val="455463"/>
                </a:solidFill>
                <a:effectLst/>
                <a:latin typeface="Consolas" panose="020B0609020204030204" pitchFamily="49" charset="0"/>
              </a:rPr>
              <a:t>}</a:t>
            </a:r>
            <a:endParaRPr kumimoji="0" lang="en-US" altLang="tr-TR" b="0" i="0" u="none" strike="noStrike" cap="none" normalizeH="0" baseline="0" dirty="0">
              <a:ln>
                <a:noFill/>
              </a:ln>
              <a:solidFill>
                <a:srgbClr val="45546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Consolas" panose="020B0609020204030204" pitchFamily="49" charset="0"/>
              </a:rPr>
              <a:t> }</a:t>
            </a:r>
            <a:r>
              <a:rPr kumimoji="0" lang="tr-TR" altLang="tr-TR" sz="800" b="0" i="0" u="none" strike="noStrike" cap="none" normalizeH="0" baseline="0" dirty="0">
                <a:ln>
                  <a:noFill/>
                </a:ln>
                <a:solidFill>
                  <a:schemeClr val="tx1"/>
                </a:solidFill>
                <a:effectLst/>
              </a:rPr>
              <a:t> </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a:extLst>
              <a:ext uri="{FF2B5EF4-FFF2-40B4-BE49-F238E27FC236}">
                <a16:creationId xmlns:a16="http://schemas.microsoft.com/office/drawing/2014/main" id="{E23CEB4A-FD73-4C34-817D-C3572F0731CE}"/>
              </a:ext>
            </a:extLst>
          </p:cNvPr>
          <p:cNvSpPr>
            <a:spLocks noGrp="1"/>
          </p:cNvSpPr>
          <p:nvPr>
            <p:ph type="sldNum" sz="quarter" idx="12"/>
          </p:nvPr>
        </p:nvSpPr>
        <p:spPr/>
        <p:txBody>
          <a:bodyPr/>
          <a:lstStyle/>
          <a:p>
            <a:fld id="{2698BB43-DB97-4C55-8D33-CA4AB6A13C97}" type="slidenum">
              <a:rPr lang="tr-TR" smtClean="0"/>
              <a:t>16</a:t>
            </a:fld>
            <a:endParaRPr lang="tr-TR"/>
          </a:p>
        </p:txBody>
      </p:sp>
    </p:spTree>
    <p:extLst>
      <p:ext uri="{BB962C8B-B14F-4D97-AF65-F5344CB8AC3E}">
        <p14:creationId xmlns:p14="http://schemas.microsoft.com/office/powerpoint/2010/main" val="1199164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4F058-EA7D-44A3-B572-1174F6E5ED73}"/>
              </a:ext>
            </a:extLst>
          </p:cNvPr>
          <p:cNvSpPr>
            <a:spLocks noGrp="1"/>
          </p:cNvSpPr>
          <p:nvPr>
            <p:ph type="title"/>
          </p:nvPr>
        </p:nvSpPr>
        <p:spPr>
          <a:xfrm>
            <a:off x="838200" y="365125"/>
            <a:ext cx="10515600" cy="1325563"/>
          </a:xfrm>
        </p:spPr>
        <p:txBody>
          <a:bodyPr/>
          <a:lstStyle/>
          <a:p>
            <a:r>
              <a:rPr lang="en-US" dirty="0"/>
              <a:t>Working with Camera</a:t>
            </a:r>
            <a:endParaRPr lang="tr-TR" dirty="0"/>
          </a:p>
        </p:txBody>
      </p:sp>
      <p:pic>
        <p:nvPicPr>
          <p:cNvPr id="4" name="Picture 3">
            <a:extLst>
              <a:ext uri="{FF2B5EF4-FFF2-40B4-BE49-F238E27FC236}">
                <a16:creationId xmlns:a16="http://schemas.microsoft.com/office/drawing/2014/main" id="{950B25B5-B904-4A91-AE7C-1EDAEE23BF89}"/>
              </a:ext>
            </a:extLst>
          </p:cNvPr>
          <p:cNvPicPr>
            <a:picLocks noChangeAspect="1"/>
          </p:cNvPicPr>
          <p:nvPr/>
        </p:nvPicPr>
        <p:blipFill>
          <a:blip r:embed="rId2"/>
          <a:stretch>
            <a:fillRect/>
          </a:stretch>
        </p:blipFill>
        <p:spPr>
          <a:xfrm>
            <a:off x="1339645" y="1933780"/>
            <a:ext cx="9674942" cy="4374309"/>
          </a:xfrm>
          <a:prstGeom prst="rect">
            <a:avLst/>
          </a:prstGeom>
        </p:spPr>
      </p:pic>
      <p:sp>
        <p:nvSpPr>
          <p:cNvPr id="5" name="Rectangle 4">
            <a:extLst>
              <a:ext uri="{FF2B5EF4-FFF2-40B4-BE49-F238E27FC236}">
                <a16:creationId xmlns:a16="http://schemas.microsoft.com/office/drawing/2014/main" id="{1D5216D5-2F0D-45CF-8AFC-16CB971F15CB}"/>
              </a:ext>
            </a:extLst>
          </p:cNvPr>
          <p:cNvSpPr/>
          <p:nvPr/>
        </p:nvSpPr>
        <p:spPr>
          <a:xfrm>
            <a:off x="8101780" y="2359742"/>
            <a:ext cx="2912807" cy="124869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Rectangle 5">
            <a:extLst>
              <a:ext uri="{FF2B5EF4-FFF2-40B4-BE49-F238E27FC236}">
                <a16:creationId xmlns:a16="http://schemas.microsoft.com/office/drawing/2014/main" id="{F47705DE-3E0A-4FCD-9A8C-7730EAA1DC7B}"/>
              </a:ext>
            </a:extLst>
          </p:cNvPr>
          <p:cNvSpPr/>
          <p:nvPr/>
        </p:nvSpPr>
        <p:spPr>
          <a:xfrm>
            <a:off x="1339645" y="1910809"/>
            <a:ext cx="9674942" cy="439728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Slide Number Placeholder 6">
            <a:extLst>
              <a:ext uri="{FF2B5EF4-FFF2-40B4-BE49-F238E27FC236}">
                <a16:creationId xmlns:a16="http://schemas.microsoft.com/office/drawing/2014/main" id="{8E55EDF8-79A1-4DFD-AE5F-97820FB4ECE1}"/>
              </a:ext>
            </a:extLst>
          </p:cNvPr>
          <p:cNvSpPr>
            <a:spLocks noGrp="1"/>
          </p:cNvSpPr>
          <p:nvPr>
            <p:ph type="sldNum" sz="quarter" idx="12"/>
          </p:nvPr>
        </p:nvSpPr>
        <p:spPr/>
        <p:txBody>
          <a:bodyPr/>
          <a:lstStyle/>
          <a:p>
            <a:fld id="{2698BB43-DB97-4C55-8D33-CA4AB6A13C97}" type="slidenum">
              <a:rPr lang="tr-TR" smtClean="0"/>
              <a:t>17</a:t>
            </a:fld>
            <a:endParaRPr lang="tr-TR"/>
          </a:p>
        </p:txBody>
      </p:sp>
    </p:spTree>
    <p:extLst>
      <p:ext uri="{BB962C8B-B14F-4D97-AF65-F5344CB8AC3E}">
        <p14:creationId xmlns:p14="http://schemas.microsoft.com/office/powerpoint/2010/main" val="3993461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DC446-6211-4164-BF5B-1BFDD38D77EE}"/>
              </a:ext>
            </a:extLst>
          </p:cNvPr>
          <p:cNvSpPr>
            <a:spLocks noGrp="1"/>
          </p:cNvSpPr>
          <p:nvPr>
            <p:ph type="title"/>
          </p:nvPr>
        </p:nvSpPr>
        <p:spPr/>
        <p:txBody>
          <a:bodyPr/>
          <a:lstStyle/>
          <a:p>
            <a:r>
              <a:rPr lang="en-US" dirty="0"/>
              <a:t>2D and 3D Points</a:t>
            </a:r>
            <a:endParaRPr lang="tr-TR" dirty="0"/>
          </a:p>
        </p:txBody>
      </p:sp>
      <p:sp>
        <p:nvSpPr>
          <p:cNvPr id="14" name="Slide Number Placeholder 13">
            <a:extLst>
              <a:ext uri="{FF2B5EF4-FFF2-40B4-BE49-F238E27FC236}">
                <a16:creationId xmlns:a16="http://schemas.microsoft.com/office/drawing/2014/main" id="{895BE1D1-1CD1-4DBA-B64E-44C8F46A816B}"/>
              </a:ext>
            </a:extLst>
          </p:cNvPr>
          <p:cNvSpPr>
            <a:spLocks noGrp="1"/>
          </p:cNvSpPr>
          <p:nvPr>
            <p:ph type="sldNum" sz="quarter" idx="12"/>
          </p:nvPr>
        </p:nvSpPr>
        <p:spPr/>
        <p:txBody>
          <a:bodyPr/>
          <a:lstStyle/>
          <a:p>
            <a:fld id="{2698BB43-DB97-4C55-8D33-CA4AB6A13C97}" type="slidenum">
              <a:rPr lang="tr-TR" smtClean="0"/>
              <a:t>18</a:t>
            </a:fld>
            <a:endParaRPr lang="tr-TR"/>
          </a:p>
        </p:txBody>
      </p:sp>
      <p:pic>
        <p:nvPicPr>
          <p:cNvPr id="16" name="Picture 2" descr="Image result for coordinate system">
            <a:extLst>
              <a:ext uri="{FF2B5EF4-FFF2-40B4-BE49-F238E27FC236}">
                <a16:creationId xmlns:a16="http://schemas.microsoft.com/office/drawing/2014/main" id="{9BD0FF4D-F264-4A42-9BD6-606534518C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0868" y="1513134"/>
            <a:ext cx="435133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3d coordinate system">
            <a:extLst>
              <a:ext uri="{FF2B5EF4-FFF2-40B4-BE49-F238E27FC236}">
                <a16:creationId xmlns:a16="http://schemas.microsoft.com/office/drawing/2014/main" id="{6C0E0EE2-0B03-4ADA-93AA-28FD224E5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5247" y="1917840"/>
            <a:ext cx="4637625" cy="3946632"/>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285D3E90-1E85-4914-8E23-EA5131CAF0B2}"/>
              </a:ext>
            </a:extLst>
          </p:cNvPr>
          <p:cNvCxnSpPr/>
          <p:nvPr/>
        </p:nvCxnSpPr>
        <p:spPr>
          <a:xfrm flipV="1">
            <a:off x="2526537" y="2430371"/>
            <a:ext cx="878186" cy="12584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828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57F0BB-4A60-444D-A74E-3CC06C12272B}"/>
              </a:ext>
            </a:extLst>
          </p:cNvPr>
          <p:cNvPicPr>
            <a:picLocks noChangeAspect="1"/>
          </p:cNvPicPr>
          <p:nvPr/>
        </p:nvPicPr>
        <p:blipFill>
          <a:blip r:embed="rId2"/>
          <a:stretch>
            <a:fillRect/>
          </a:stretch>
        </p:blipFill>
        <p:spPr>
          <a:xfrm>
            <a:off x="8702679" y="925462"/>
            <a:ext cx="3489321" cy="1718226"/>
          </a:xfrm>
          <a:prstGeom prst="rect">
            <a:avLst/>
          </a:prstGeom>
        </p:spPr>
      </p:pic>
      <p:sp>
        <p:nvSpPr>
          <p:cNvPr id="2" name="Title 1">
            <a:extLst>
              <a:ext uri="{FF2B5EF4-FFF2-40B4-BE49-F238E27FC236}">
                <a16:creationId xmlns:a16="http://schemas.microsoft.com/office/drawing/2014/main" id="{DC5DC446-6211-4164-BF5B-1BFDD38D77EE}"/>
              </a:ext>
            </a:extLst>
          </p:cNvPr>
          <p:cNvSpPr>
            <a:spLocks noGrp="1"/>
          </p:cNvSpPr>
          <p:nvPr>
            <p:ph type="title"/>
          </p:nvPr>
        </p:nvSpPr>
        <p:spPr/>
        <p:txBody>
          <a:bodyPr/>
          <a:lstStyle/>
          <a:p>
            <a:r>
              <a:rPr lang="en-US" dirty="0"/>
              <a:t>Vector2, Vector3</a:t>
            </a:r>
            <a:endParaRPr lang="tr-TR" dirty="0"/>
          </a:p>
        </p:txBody>
      </p:sp>
      <p:sp>
        <p:nvSpPr>
          <p:cNvPr id="3" name="Content Placeholder 2">
            <a:extLst>
              <a:ext uri="{FF2B5EF4-FFF2-40B4-BE49-F238E27FC236}">
                <a16:creationId xmlns:a16="http://schemas.microsoft.com/office/drawing/2014/main" id="{D0528AC7-B6E2-4FDD-B6C1-46A56ECABA2A}"/>
              </a:ext>
            </a:extLst>
          </p:cNvPr>
          <p:cNvSpPr>
            <a:spLocks noGrp="1"/>
          </p:cNvSpPr>
          <p:nvPr>
            <p:ph idx="1"/>
          </p:nvPr>
        </p:nvSpPr>
        <p:spPr>
          <a:xfrm>
            <a:off x="706005" y="1690688"/>
            <a:ext cx="10515600" cy="4351338"/>
          </a:xfrm>
        </p:spPr>
        <p:txBody>
          <a:bodyPr/>
          <a:lstStyle/>
          <a:p>
            <a:r>
              <a:rPr lang="en-US" dirty="0"/>
              <a:t>A </a:t>
            </a:r>
            <a:r>
              <a:rPr lang="en-US" dirty="0">
                <a:hlinkClick r:id="rId3"/>
              </a:rPr>
              <a:t>vector</a:t>
            </a:r>
            <a:r>
              <a:rPr lang="en-US" dirty="0"/>
              <a:t> has </a:t>
            </a:r>
            <a:r>
              <a:rPr lang="en-US" b="1" dirty="0"/>
              <a:t>magnitude</a:t>
            </a:r>
            <a:r>
              <a:rPr lang="en-US" dirty="0"/>
              <a:t> (how long it is) and </a:t>
            </a:r>
            <a:r>
              <a:rPr lang="en-US" b="1" dirty="0"/>
              <a:t>direction</a:t>
            </a:r>
            <a:r>
              <a:rPr lang="en-US" dirty="0"/>
              <a:t>:</a:t>
            </a:r>
          </a:p>
          <a:p>
            <a:pPr marL="0" indent="0">
              <a:buNone/>
            </a:pPr>
            <a:endParaRPr lang="en-US" dirty="0"/>
          </a:p>
          <a:p>
            <a:r>
              <a:rPr lang="en-US" dirty="0"/>
              <a:t>We can add two vectors by joining them head-to-tail</a:t>
            </a:r>
          </a:p>
          <a:p>
            <a:endParaRPr lang="en-US" dirty="0"/>
          </a:p>
        </p:txBody>
      </p:sp>
      <p:pic>
        <p:nvPicPr>
          <p:cNvPr id="6" name="Picture 5">
            <a:extLst>
              <a:ext uri="{FF2B5EF4-FFF2-40B4-BE49-F238E27FC236}">
                <a16:creationId xmlns:a16="http://schemas.microsoft.com/office/drawing/2014/main" id="{D7E9B040-52B2-45A1-A9F9-B10F509A0F28}"/>
              </a:ext>
            </a:extLst>
          </p:cNvPr>
          <p:cNvPicPr>
            <a:picLocks noChangeAspect="1"/>
          </p:cNvPicPr>
          <p:nvPr/>
        </p:nvPicPr>
        <p:blipFill>
          <a:blip r:embed="rId4"/>
          <a:stretch>
            <a:fillRect/>
          </a:stretch>
        </p:blipFill>
        <p:spPr>
          <a:xfrm>
            <a:off x="5183428" y="144461"/>
            <a:ext cx="3305175" cy="1343025"/>
          </a:xfrm>
          <a:prstGeom prst="rect">
            <a:avLst/>
          </a:prstGeom>
        </p:spPr>
      </p:pic>
      <p:pic>
        <p:nvPicPr>
          <p:cNvPr id="7" name="Picture 6">
            <a:extLst>
              <a:ext uri="{FF2B5EF4-FFF2-40B4-BE49-F238E27FC236}">
                <a16:creationId xmlns:a16="http://schemas.microsoft.com/office/drawing/2014/main" id="{34CBA6E3-F046-4D3A-9C41-FDB8BF6804B9}"/>
              </a:ext>
            </a:extLst>
          </p:cNvPr>
          <p:cNvPicPr>
            <a:picLocks noChangeAspect="1"/>
          </p:cNvPicPr>
          <p:nvPr/>
        </p:nvPicPr>
        <p:blipFill>
          <a:blip r:embed="rId5"/>
          <a:stretch>
            <a:fillRect/>
          </a:stretch>
        </p:blipFill>
        <p:spPr>
          <a:xfrm>
            <a:off x="6228196" y="3422295"/>
            <a:ext cx="5731041" cy="2789374"/>
          </a:xfrm>
          <a:prstGeom prst="rect">
            <a:avLst/>
          </a:prstGeom>
        </p:spPr>
      </p:pic>
      <p:sp>
        <p:nvSpPr>
          <p:cNvPr id="8" name="Rectangle 7">
            <a:extLst>
              <a:ext uri="{FF2B5EF4-FFF2-40B4-BE49-F238E27FC236}">
                <a16:creationId xmlns:a16="http://schemas.microsoft.com/office/drawing/2014/main" id="{639B45A3-38C5-4B23-9A3C-22CF8AB33329}"/>
              </a:ext>
            </a:extLst>
          </p:cNvPr>
          <p:cNvSpPr/>
          <p:nvPr/>
        </p:nvSpPr>
        <p:spPr>
          <a:xfrm>
            <a:off x="6228196" y="6211669"/>
            <a:ext cx="6096000" cy="646331"/>
          </a:xfrm>
          <a:prstGeom prst="rect">
            <a:avLst/>
          </a:prstGeom>
        </p:spPr>
        <p:txBody>
          <a:bodyPr>
            <a:spAutoFit/>
          </a:bodyPr>
          <a:lstStyle/>
          <a:p>
            <a:r>
              <a:rPr lang="en-US" b="0" i="0" dirty="0">
                <a:solidFill>
                  <a:srgbClr val="00008B"/>
                </a:solidFill>
                <a:effectLst/>
                <a:latin typeface="Verdana" panose="020B0604030504040204" pitchFamily="34" charset="0"/>
              </a:rPr>
              <a:t>Example: A plane is flying along, pointing North, but there is a wind coming from the North-West.</a:t>
            </a:r>
          </a:p>
        </p:txBody>
      </p:sp>
      <p:sp>
        <p:nvSpPr>
          <p:cNvPr id="14" name="Slide Number Placeholder 13">
            <a:extLst>
              <a:ext uri="{FF2B5EF4-FFF2-40B4-BE49-F238E27FC236}">
                <a16:creationId xmlns:a16="http://schemas.microsoft.com/office/drawing/2014/main" id="{895BE1D1-1CD1-4DBA-B64E-44C8F46A816B}"/>
              </a:ext>
            </a:extLst>
          </p:cNvPr>
          <p:cNvSpPr>
            <a:spLocks noGrp="1"/>
          </p:cNvSpPr>
          <p:nvPr>
            <p:ph type="sldNum" sz="quarter" idx="12"/>
          </p:nvPr>
        </p:nvSpPr>
        <p:spPr/>
        <p:txBody>
          <a:bodyPr/>
          <a:lstStyle/>
          <a:p>
            <a:fld id="{2698BB43-DB97-4C55-8D33-CA4AB6A13C97}" type="slidenum">
              <a:rPr lang="tr-TR" smtClean="0"/>
              <a:t>19</a:t>
            </a:fld>
            <a:endParaRPr lang="tr-TR"/>
          </a:p>
        </p:txBody>
      </p:sp>
      <p:cxnSp>
        <p:nvCxnSpPr>
          <p:cNvPr id="15" name="Straight Arrow Connector 14">
            <a:extLst>
              <a:ext uri="{FF2B5EF4-FFF2-40B4-BE49-F238E27FC236}">
                <a16:creationId xmlns:a16="http://schemas.microsoft.com/office/drawing/2014/main" id="{18E28EE5-FC3E-474A-9D54-68ACAE03E77D}"/>
              </a:ext>
            </a:extLst>
          </p:cNvPr>
          <p:cNvCxnSpPr>
            <a:cxnSpLocks/>
          </p:cNvCxnSpPr>
          <p:nvPr/>
        </p:nvCxnSpPr>
        <p:spPr>
          <a:xfrm flipV="1">
            <a:off x="322425" y="2989373"/>
            <a:ext cx="1610087" cy="132428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CD6CE5-2978-489B-B79B-DF6B8FF7CD09}"/>
              </a:ext>
            </a:extLst>
          </p:cNvPr>
          <p:cNvCxnSpPr>
            <a:cxnSpLocks/>
          </p:cNvCxnSpPr>
          <p:nvPr/>
        </p:nvCxnSpPr>
        <p:spPr>
          <a:xfrm flipH="1">
            <a:off x="2625505" y="5445626"/>
            <a:ext cx="1169838" cy="3060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34116AA-4DFD-4F2B-8407-53586A4629A6}"/>
              </a:ext>
            </a:extLst>
          </p:cNvPr>
          <p:cNvCxnSpPr>
            <a:cxnSpLocks/>
          </p:cNvCxnSpPr>
          <p:nvPr/>
        </p:nvCxnSpPr>
        <p:spPr>
          <a:xfrm flipV="1">
            <a:off x="3757188" y="4212202"/>
            <a:ext cx="0" cy="118715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E5B2AD8-B54E-41E5-AA06-1CCA00C867CE}"/>
              </a:ext>
            </a:extLst>
          </p:cNvPr>
          <p:cNvSpPr txBox="1"/>
          <p:nvPr/>
        </p:nvSpPr>
        <p:spPr>
          <a:xfrm>
            <a:off x="3429983" y="4677684"/>
            <a:ext cx="284052" cy="369332"/>
          </a:xfrm>
          <a:prstGeom prst="rect">
            <a:avLst/>
          </a:prstGeom>
          <a:noFill/>
        </p:spPr>
        <p:txBody>
          <a:bodyPr wrap="square" rtlCol="0">
            <a:spAutoFit/>
          </a:bodyPr>
          <a:lstStyle/>
          <a:p>
            <a:r>
              <a:rPr lang="en-US" dirty="0"/>
              <a:t>a</a:t>
            </a:r>
            <a:endParaRPr lang="tr-TR" dirty="0"/>
          </a:p>
        </p:txBody>
      </p:sp>
      <p:sp>
        <p:nvSpPr>
          <p:cNvPr id="28" name="TextBox 27">
            <a:extLst>
              <a:ext uri="{FF2B5EF4-FFF2-40B4-BE49-F238E27FC236}">
                <a16:creationId xmlns:a16="http://schemas.microsoft.com/office/drawing/2014/main" id="{4ECDCD6C-FFD0-4C31-9CB9-25454FBA99CB}"/>
              </a:ext>
            </a:extLst>
          </p:cNvPr>
          <p:cNvSpPr txBox="1"/>
          <p:nvPr/>
        </p:nvSpPr>
        <p:spPr>
          <a:xfrm>
            <a:off x="4533200" y="4862350"/>
            <a:ext cx="585417" cy="369332"/>
          </a:xfrm>
          <a:prstGeom prst="rect">
            <a:avLst/>
          </a:prstGeom>
          <a:noFill/>
        </p:spPr>
        <p:txBody>
          <a:bodyPr wrap="none" rtlCol="0">
            <a:spAutoFit/>
          </a:bodyPr>
          <a:lstStyle/>
          <a:p>
            <a:r>
              <a:rPr lang="en-US" dirty="0"/>
              <a:t>a +b</a:t>
            </a:r>
            <a:endParaRPr lang="tr-TR" dirty="0"/>
          </a:p>
        </p:txBody>
      </p:sp>
      <p:sp>
        <p:nvSpPr>
          <p:cNvPr id="17" name="TextBox 16">
            <a:extLst>
              <a:ext uri="{FF2B5EF4-FFF2-40B4-BE49-F238E27FC236}">
                <a16:creationId xmlns:a16="http://schemas.microsoft.com/office/drawing/2014/main" id="{9A99210B-040D-450A-8905-E1FC7C412377}"/>
              </a:ext>
            </a:extLst>
          </p:cNvPr>
          <p:cNvSpPr txBox="1"/>
          <p:nvPr/>
        </p:nvSpPr>
        <p:spPr>
          <a:xfrm>
            <a:off x="3067952" y="5423741"/>
            <a:ext cx="504057" cy="369332"/>
          </a:xfrm>
          <a:prstGeom prst="rect">
            <a:avLst/>
          </a:prstGeom>
          <a:noFill/>
        </p:spPr>
        <p:txBody>
          <a:bodyPr wrap="square" rtlCol="0">
            <a:spAutoFit/>
          </a:bodyPr>
          <a:lstStyle/>
          <a:p>
            <a:r>
              <a:rPr lang="en-US" dirty="0"/>
              <a:t>-b</a:t>
            </a:r>
            <a:endParaRPr lang="tr-TR" dirty="0"/>
          </a:p>
        </p:txBody>
      </p:sp>
      <p:cxnSp>
        <p:nvCxnSpPr>
          <p:cNvPr id="19" name="Straight Arrow Connector 18">
            <a:extLst>
              <a:ext uri="{FF2B5EF4-FFF2-40B4-BE49-F238E27FC236}">
                <a16:creationId xmlns:a16="http://schemas.microsoft.com/office/drawing/2014/main" id="{29730347-EE97-42FF-990F-6F6935878217}"/>
              </a:ext>
            </a:extLst>
          </p:cNvPr>
          <p:cNvCxnSpPr>
            <a:cxnSpLocks/>
          </p:cNvCxnSpPr>
          <p:nvPr/>
        </p:nvCxnSpPr>
        <p:spPr>
          <a:xfrm flipH="1" flipV="1">
            <a:off x="2625505" y="4313659"/>
            <a:ext cx="1117558" cy="11325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D5E2E8E-214D-44C7-9CB6-EA5828487B23}"/>
              </a:ext>
            </a:extLst>
          </p:cNvPr>
          <p:cNvSpPr txBox="1"/>
          <p:nvPr/>
        </p:nvSpPr>
        <p:spPr>
          <a:xfrm>
            <a:off x="2601438" y="4797980"/>
            <a:ext cx="593432" cy="369332"/>
          </a:xfrm>
          <a:prstGeom prst="rect">
            <a:avLst/>
          </a:prstGeom>
          <a:noFill/>
        </p:spPr>
        <p:txBody>
          <a:bodyPr wrap="none" rtlCol="0">
            <a:spAutoFit/>
          </a:bodyPr>
          <a:lstStyle/>
          <a:p>
            <a:r>
              <a:rPr lang="en-US" dirty="0"/>
              <a:t>a - b</a:t>
            </a:r>
            <a:endParaRPr lang="tr-TR" dirty="0"/>
          </a:p>
        </p:txBody>
      </p:sp>
      <p:cxnSp>
        <p:nvCxnSpPr>
          <p:cNvPr id="23" name="Straight Arrow Connector 22">
            <a:extLst>
              <a:ext uri="{FF2B5EF4-FFF2-40B4-BE49-F238E27FC236}">
                <a16:creationId xmlns:a16="http://schemas.microsoft.com/office/drawing/2014/main" id="{705A1D2A-4122-4FAE-B449-25AF344FC6B9}"/>
              </a:ext>
            </a:extLst>
          </p:cNvPr>
          <p:cNvCxnSpPr>
            <a:cxnSpLocks/>
          </p:cNvCxnSpPr>
          <p:nvPr/>
        </p:nvCxnSpPr>
        <p:spPr>
          <a:xfrm>
            <a:off x="322425" y="4313659"/>
            <a:ext cx="17100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7ABE5FA-6B66-462A-A5C8-09366AECA6A3}"/>
              </a:ext>
            </a:extLst>
          </p:cNvPr>
          <p:cNvCxnSpPr>
            <a:cxnSpLocks/>
          </p:cNvCxnSpPr>
          <p:nvPr/>
        </p:nvCxnSpPr>
        <p:spPr>
          <a:xfrm flipV="1">
            <a:off x="1946637" y="2899213"/>
            <a:ext cx="35018" cy="14527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026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2520-3F27-4C8B-A24D-A19AC2700154}"/>
              </a:ext>
            </a:extLst>
          </p:cNvPr>
          <p:cNvSpPr>
            <a:spLocks noGrp="1"/>
          </p:cNvSpPr>
          <p:nvPr>
            <p:ph type="title"/>
          </p:nvPr>
        </p:nvSpPr>
        <p:spPr/>
        <p:txBody>
          <a:bodyPr/>
          <a:lstStyle/>
          <a:p>
            <a:r>
              <a:rPr lang="en-US"/>
              <a:t>Vectors?</a:t>
            </a:r>
            <a:endParaRPr lang="tr-TR" dirty="0"/>
          </a:p>
        </p:txBody>
      </p:sp>
      <p:sp>
        <p:nvSpPr>
          <p:cNvPr id="3" name="Content Placeholder 2">
            <a:extLst>
              <a:ext uri="{FF2B5EF4-FFF2-40B4-BE49-F238E27FC236}">
                <a16:creationId xmlns:a16="http://schemas.microsoft.com/office/drawing/2014/main" id="{1BC76957-C612-4B2B-95AA-7A0427B9EF93}"/>
              </a:ext>
            </a:extLst>
          </p:cNvPr>
          <p:cNvSpPr>
            <a:spLocks noGrp="1"/>
          </p:cNvSpPr>
          <p:nvPr>
            <p:ph idx="1"/>
          </p:nvPr>
        </p:nvSpPr>
        <p:spPr/>
        <p:txBody>
          <a:bodyPr/>
          <a:lstStyle/>
          <a:p>
            <a:pPr marL="0" indent="0">
              <a:buNone/>
            </a:pPr>
            <a:r>
              <a:rPr lang="en-US"/>
              <a:t>Geometrically speaking, a vector is a directed line segment that has magnitude and direction.</a:t>
            </a:r>
          </a:p>
          <a:p>
            <a:pPr marL="0" indent="0">
              <a:buNone/>
            </a:pPr>
            <a:r>
              <a:rPr lang="en-US"/>
              <a:t>The magnitude of a vector is the length of the vector. A vector may have any nonnegative length.</a:t>
            </a:r>
          </a:p>
          <a:p>
            <a:pPr marL="0" indent="0">
              <a:buNone/>
            </a:pPr>
            <a:r>
              <a:rPr lang="en-US"/>
              <a:t> The direction of a vector describes which way the vector is pointing in space.</a:t>
            </a:r>
            <a:endParaRPr lang="tr-TR" dirty="0"/>
          </a:p>
        </p:txBody>
      </p:sp>
      <p:sp>
        <p:nvSpPr>
          <p:cNvPr id="5" name="Slide Number Placeholder 4">
            <a:extLst>
              <a:ext uri="{FF2B5EF4-FFF2-40B4-BE49-F238E27FC236}">
                <a16:creationId xmlns:a16="http://schemas.microsoft.com/office/drawing/2014/main" id="{D23FF979-A497-4E97-AB84-66D6E7238C03}"/>
              </a:ext>
            </a:extLst>
          </p:cNvPr>
          <p:cNvSpPr>
            <a:spLocks noGrp="1"/>
          </p:cNvSpPr>
          <p:nvPr>
            <p:ph type="sldNum" sz="quarter" idx="12"/>
          </p:nvPr>
        </p:nvSpPr>
        <p:spPr/>
        <p:txBody>
          <a:bodyPr/>
          <a:lstStyle/>
          <a:p>
            <a:fld id="{2698BB43-DB97-4C55-8D33-CA4AB6A13C97}" type="slidenum">
              <a:rPr lang="tr-TR" smtClean="0"/>
              <a:t>20</a:t>
            </a:fld>
            <a:endParaRPr lang="tr-TR"/>
          </a:p>
        </p:txBody>
      </p:sp>
      <p:pic>
        <p:nvPicPr>
          <p:cNvPr id="6" name="Picture 5">
            <a:extLst>
              <a:ext uri="{FF2B5EF4-FFF2-40B4-BE49-F238E27FC236}">
                <a16:creationId xmlns:a16="http://schemas.microsoft.com/office/drawing/2014/main" id="{5E7829BB-738A-4AD7-A01E-695A3DF8AF2C}"/>
              </a:ext>
            </a:extLst>
          </p:cNvPr>
          <p:cNvPicPr>
            <a:picLocks noChangeAspect="1"/>
          </p:cNvPicPr>
          <p:nvPr/>
        </p:nvPicPr>
        <p:blipFill>
          <a:blip r:embed="rId2"/>
          <a:stretch>
            <a:fillRect/>
          </a:stretch>
        </p:blipFill>
        <p:spPr>
          <a:xfrm>
            <a:off x="4453326" y="4062413"/>
            <a:ext cx="2333625" cy="2114550"/>
          </a:xfrm>
          <a:prstGeom prst="rect">
            <a:avLst/>
          </a:prstGeom>
        </p:spPr>
      </p:pic>
    </p:spTree>
    <p:extLst>
      <p:ext uri="{BB962C8B-B14F-4D97-AF65-F5344CB8AC3E}">
        <p14:creationId xmlns:p14="http://schemas.microsoft.com/office/powerpoint/2010/main" val="1214169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32D91-6023-4747-9569-F16BAA040E0E}"/>
              </a:ext>
            </a:extLst>
          </p:cNvPr>
          <p:cNvSpPr>
            <a:spLocks noGrp="1"/>
          </p:cNvSpPr>
          <p:nvPr>
            <p:ph type="title"/>
          </p:nvPr>
        </p:nvSpPr>
        <p:spPr/>
        <p:txBody>
          <a:bodyPr/>
          <a:lstStyle/>
          <a:p>
            <a:r>
              <a:rPr lang="en-US" dirty="0"/>
              <a:t>The Relationship between Points and Vectors </a:t>
            </a:r>
            <a:endParaRPr lang="tr-TR" dirty="0"/>
          </a:p>
        </p:txBody>
      </p:sp>
      <p:sp>
        <p:nvSpPr>
          <p:cNvPr id="4" name="Footer Placeholder 3">
            <a:extLst>
              <a:ext uri="{FF2B5EF4-FFF2-40B4-BE49-F238E27FC236}">
                <a16:creationId xmlns:a16="http://schemas.microsoft.com/office/drawing/2014/main" id="{D956E7F0-9923-4325-9CF1-D8D996E7F549}"/>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97AB374C-487D-48E3-83D2-CA683EC844F2}"/>
              </a:ext>
            </a:extLst>
          </p:cNvPr>
          <p:cNvSpPr>
            <a:spLocks noGrp="1"/>
          </p:cNvSpPr>
          <p:nvPr>
            <p:ph type="sldNum" sz="quarter" idx="12"/>
          </p:nvPr>
        </p:nvSpPr>
        <p:spPr/>
        <p:txBody>
          <a:bodyPr/>
          <a:lstStyle/>
          <a:p>
            <a:fld id="{2698BB43-DB97-4C55-8D33-CA4AB6A13C97}" type="slidenum">
              <a:rPr lang="tr-TR" smtClean="0"/>
              <a:t>21</a:t>
            </a:fld>
            <a:endParaRPr lang="tr-TR"/>
          </a:p>
        </p:txBody>
      </p:sp>
      <p:sp>
        <p:nvSpPr>
          <p:cNvPr id="7" name="Rectangle 6">
            <a:extLst>
              <a:ext uri="{FF2B5EF4-FFF2-40B4-BE49-F238E27FC236}">
                <a16:creationId xmlns:a16="http://schemas.microsoft.com/office/drawing/2014/main" id="{4FCB86ED-2D44-4CC9-849C-1BAB48EEC68D}"/>
              </a:ext>
            </a:extLst>
          </p:cNvPr>
          <p:cNvSpPr/>
          <p:nvPr/>
        </p:nvSpPr>
        <p:spPr>
          <a:xfrm>
            <a:off x="72501" y="5643291"/>
            <a:ext cx="11727401" cy="954107"/>
          </a:xfrm>
          <a:prstGeom prst="rect">
            <a:avLst/>
          </a:prstGeom>
        </p:spPr>
        <p:txBody>
          <a:bodyPr wrap="square">
            <a:spAutoFit/>
          </a:bodyPr>
          <a:lstStyle/>
          <a:p>
            <a:r>
              <a:rPr lang="en-US" sz="2800" dirty="0">
                <a:solidFill>
                  <a:srgbClr val="000000"/>
                </a:solidFill>
                <a:latin typeface="CMR10"/>
              </a:rPr>
              <a:t>“points and vectors are conceptually different, but mathematically the same.”</a:t>
            </a:r>
            <a:r>
              <a:rPr lang="en-US" sz="2800" dirty="0"/>
              <a:t> </a:t>
            </a:r>
            <a:br>
              <a:rPr lang="en-US" sz="2800" dirty="0"/>
            </a:br>
            <a:endParaRPr lang="tr-TR" sz="2800" dirty="0"/>
          </a:p>
        </p:txBody>
      </p:sp>
      <p:pic>
        <p:nvPicPr>
          <p:cNvPr id="8" name="Picture 2" descr="Image result for coordinate system">
            <a:extLst>
              <a:ext uri="{FF2B5EF4-FFF2-40B4-BE49-F238E27FC236}">
                <a16:creationId xmlns:a16="http://schemas.microsoft.com/office/drawing/2014/main" id="{A37F1AB1-A1D7-4376-9E08-8B21AAC2F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864" y="1155353"/>
            <a:ext cx="4351338" cy="43513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1DD94860-8B65-44CD-9CC4-88842E632ED3}"/>
              </a:ext>
            </a:extLst>
          </p:cNvPr>
          <p:cNvCxnSpPr/>
          <p:nvPr/>
        </p:nvCxnSpPr>
        <p:spPr>
          <a:xfrm flipV="1">
            <a:off x="3774278" y="2014092"/>
            <a:ext cx="830424" cy="131118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AE328FA-B78E-4E2C-8289-A385B2CC55F0}"/>
              </a:ext>
            </a:extLst>
          </p:cNvPr>
          <p:cNvCxnSpPr>
            <a:cxnSpLocks/>
          </p:cNvCxnSpPr>
          <p:nvPr/>
        </p:nvCxnSpPr>
        <p:spPr>
          <a:xfrm flipH="1">
            <a:off x="4279038" y="2669683"/>
            <a:ext cx="1388670" cy="1"/>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4C059C-A582-4609-8DF8-A60E7784A850}"/>
              </a:ext>
            </a:extLst>
          </p:cNvPr>
          <p:cNvSpPr txBox="1"/>
          <p:nvPr/>
        </p:nvSpPr>
        <p:spPr>
          <a:xfrm>
            <a:off x="4873195" y="2351515"/>
            <a:ext cx="794513" cy="369332"/>
          </a:xfrm>
          <a:prstGeom prst="rect">
            <a:avLst/>
          </a:prstGeom>
          <a:noFill/>
        </p:spPr>
        <p:txBody>
          <a:bodyPr wrap="none" rtlCol="0">
            <a:spAutoFit/>
          </a:bodyPr>
          <a:lstStyle/>
          <a:p>
            <a:r>
              <a:rPr lang="en-US" dirty="0"/>
              <a:t>Vector</a:t>
            </a:r>
            <a:endParaRPr lang="tr-TR" dirty="0"/>
          </a:p>
        </p:txBody>
      </p:sp>
      <p:sp>
        <p:nvSpPr>
          <p:cNvPr id="15" name="TextBox 14">
            <a:extLst>
              <a:ext uri="{FF2B5EF4-FFF2-40B4-BE49-F238E27FC236}">
                <a16:creationId xmlns:a16="http://schemas.microsoft.com/office/drawing/2014/main" id="{F58BA14D-66E5-4186-AE7B-3F41544D6925}"/>
              </a:ext>
            </a:extLst>
          </p:cNvPr>
          <p:cNvSpPr txBox="1"/>
          <p:nvPr/>
        </p:nvSpPr>
        <p:spPr>
          <a:xfrm>
            <a:off x="5070157" y="1624219"/>
            <a:ext cx="670055" cy="369332"/>
          </a:xfrm>
          <a:prstGeom prst="rect">
            <a:avLst/>
          </a:prstGeom>
          <a:noFill/>
        </p:spPr>
        <p:txBody>
          <a:bodyPr wrap="none" rtlCol="0">
            <a:spAutoFit/>
          </a:bodyPr>
          <a:lstStyle/>
          <a:p>
            <a:r>
              <a:rPr lang="en-US" dirty="0"/>
              <a:t>Point</a:t>
            </a:r>
            <a:endParaRPr lang="tr-TR" dirty="0"/>
          </a:p>
        </p:txBody>
      </p:sp>
    </p:spTree>
    <p:extLst>
      <p:ext uri="{BB962C8B-B14F-4D97-AF65-F5344CB8AC3E}">
        <p14:creationId xmlns:p14="http://schemas.microsoft.com/office/powerpoint/2010/main" val="310954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24F94-188B-4256-9EA2-C8D96C029153}"/>
              </a:ext>
            </a:extLst>
          </p:cNvPr>
          <p:cNvSpPr>
            <a:spLocks noGrp="1"/>
          </p:cNvSpPr>
          <p:nvPr>
            <p:ph type="title"/>
          </p:nvPr>
        </p:nvSpPr>
        <p:spPr/>
        <p:txBody>
          <a:bodyPr/>
          <a:lstStyle/>
          <a:p>
            <a:r>
              <a:rPr lang="tr-TR" dirty="0"/>
              <a:t>Negating a Vector </a:t>
            </a:r>
          </a:p>
        </p:txBody>
      </p:sp>
      <p:pic>
        <p:nvPicPr>
          <p:cNvPr id="6" name="Content Placeholder 5">
            <a:extLst>
              <a:ext uri="{FF2B5EF4-FFF2-40B4-BE49-F238E27FC236}">
                <a16:creationId xmlns:a16="http://schemas.microsoft.com/office/drawing/2014/main" id="{830F13D8-B5F4-4726-BA2D-F4A3ABD32AA7}"/>
              </a:ext>
            </a:extLst>
          </p:cNvPr>
          <p:cNvPicPr>
            <a:picLocks noGrp="1" noChangeAspect="1"/>
          </p:cNvPicPr>
          <p:nvPr>
            <p:ph idx="1"/>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5629" t="6805" r="5495" b="4241"/>
          <a:stretch/>
        </p:blipFill>
        <p:spPr>
          <a:xfrm>
            <a:off x="3533313" y="1482572"/>
            <a:ext cx="4836700" cy="4749553"/>
          </a:xfrm>
          <a:prstGeom prst="rect">
            <a:avLst/>
          </a:prstGeom>
        </p:spPr>
      </p:pic>
      <p:sp>
        <p:nvSpPr>
          <p:cNvPr id="4" name="Footer Placeholder 3">
            <a:extLst>
              <a:ext uri="{FF2B5EF4-FFF2-40B4-BE49-F238E27FC236}">
                <a16:creationId xmlns:a16="http://schemas.microsoft.com/office/drawing/2014/main" id="{4AFB30B3-A2AF-4746-ACEE-96E942F7F0B5}"/>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1F181C2F-6FD4-4375-AEA3-5B7FF1FE1696}"/>
              </a:ext>
            </a:extLst>
          </p:cNvPr>
          <p:cNvSpPr>
            <a:spLocks noGrp="1"/>
          </p:cNvSpPr>
          <p:nvPr>
            <p:ph type="sldNum" sz="quarter" idx="12"/>
          </p:nvPr>
        </p:nvSpPr>
        <p:spPr/>
        <p:txBody>
          <a:bodyPr/>
          <a:lstStyle/>
          <a:p>
            <a:fld id="{2698BB43-DB97-4C55-8D33-CA4AB6A13C97}" type="slidenum">
              <a:rPr lang="tr-TR" smtClean="0"/>
              <a:t>22</a:t>
            </a:fld>
            <a:endParaRPr lang="tr-TR"/>
          </a:p>
        </p:txBody>
      </p:sp>
    </p:spTree>
    <p:extLst>
      <p:ext uri="{BB962C8B-B14F-4D97-AF65-F5344CB8AC3E}">
        <p14:creationId xmlns:p14="http://schemas.microsoft.com/office/powerpoint/2010/main" val="3335398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8BCEB-B3BD-48A5-84B9-ABB7110EA95E}"/>
              </a:ext>
            </a:extLst>
          </p:cNvPr>
          <p:cNvSpPr>
            <a:spLocks noGrp="1"/>
          </p:cNvSpPr>
          <p:nvPr>
            <p:ph type="title"/>
          </p:nvPr>
        </p:nvSpPr>
        <p:spPr/>
        <p:txBody>
          <a:bodyPr/>
          <a:lstStyle/>
          <a:p>
            <a:r>
              <a:rPr lang="tr-TR" b="1" dirty="0"/>
              <a:t>Addition</a:t>
            </a:r>
            <a:r>
              <a:rPr lang="en-US" b="1" dirty="0"/>
              <a:t>, </a:t>
            </a:r>
            <a:r>
              <a:rPr lang="tr-TR" b="1" dirty="0"/>
              <a:t>Subtraction</a:t>
            </a:r>
            <a:endParaRPr lang="tr-TR" dirty="0"/>
          </a:p>
        </p:txBody>
      </p:sp>
      <p:pic>
        <p:nvPicPr>
          <p:cNvPr id="5" name="Content Placeholder 4" descr="A close up of text on a white background&#10;&#10;Description generated with high confidence">
            <a:extLst>
              <a:ext uri="{FF2B5EF4-FFF2-40B4-BE49-F238E27FC236}">
                <a16:creationId xmlns:a16="http://schemas.microsoft.com/office/drawing/2014/main" id="{4DE59625-4090-4ED8-B492-D51C8C5929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5826" y="1667226"/>
            <a:ext cx="3571702" cy="2435252"/>
          </a:xfrm>
        </p:spPr>
      </p:pic>
      <p:pic>
        <p:nvPicPr>
          <p:cNvPr id="9218" name="Picture 2" descr="https://docs.unity3d.com/uploads/Main/VectorSubtract.png">
            <a:extLst>
              <a:ext uri="{FF2B5EF4-FFF2-40B4-BE49-F238E27FC236}">
                <a16:creationId xmlns:a16="http://schemas.microsoft.com/office/drawing/2014/main" id="{2C7A0F8B-69D0-41F2-B3BA-99340848D3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253" y="1455603"/>
            <a:ext cx="3687978" cy="28174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F5739A7-65B2-41D4-96C5-B5D11012595B}"/>
              </a:ext>
            </a:extLst>
          </p:cNvPr>
          <p:cNvSpPr/>
          <p:nvPr/>
        </p:nvSpPr>
        <p:spPr>
          <a:xfrm>
            <a:off x="2129938" y="3917812"/>
            <a:ext cx="1010213" cy="369332"/>
          </a:xfrm>
          <a:prstGeom prst="rect">
            <a:avLst/>
          </a:prstGeom>
        </p:spPr>
        <p:txBody>
          <a:bodyPr wrap="none">
            <a:spAutoFit/>
          </a:bodyPr>
          <a:lstStyle/>
          <a:p>
            <a:r>
              <a:rPr lang="tr-TR" b="1" dirty="0"/>
              <a:t>Addition</a:t>
            </a:r>
            <a:endParaRPr lang="tr-TR" dirty="0"/>
          </a:p>
        </p:txBody>
      </p:sp>
      <p:sp>
        <p:nvSpPr>
          <p:cNvPr id="7" name="Rectangle 6">
            <a:extLst>
              <a:ext uri="{FF2B5EF4-FFF2-40B4-BE49-F238E27FC236}">
                <a16:creationId xmlns:a16="http://schemas.microsoft.com/office/drawing/2014/main" id="{458416DD-8813-485B-85A0-B3B564FA0AA6}"/>
              </a:ext>
            </a:extLst>
          </p:cNvPr>
          <p:cNvSpPr/>
          <p:nvPr/>
        </p:nvSpPr>
        <p:spPr>
          <a:xfrm>
            <a:off x="7482542" y="3867334"/>
            <a:ext cx="1289584" cy="369332"/>
          </a:xfrm>
          <a:prstGeom prst="rect">
            <a:avLst/>
          </a:prstGeom>
        </p:spPr>
        <p:txBody>
          <a:bodyPr wrap="none">
            <a:spAutoFit/>
          </a:bodyPr>
          <a:lstStyle/>
          <a:p>
            <a:r>
              <a:rPr lang="tr-TR" b="1" dirty="0"/>
              <a:t>Subtraction</a:t>
            </a:r>
            <a:endParaRPr lang="tr-TR" dirty="0"/>
          </a:p>
        </p:txBody>
      </p:sp>
      <p:sp>
        <p:nvSpPr>
          <p:cNvPr id="9" name="Rectangle 3">
            <a:extLst>
              <a:ext uri="{FF2B5EF4-FFF2-40B4-BE49-F238E27FC236}">
                <a16:creationId xmlns:a16="http://schemas.microsoft.com/office/drawing/2014/main" id="{8ED815B4-D330-497A-9B4D-9D1F7445615E}"/>
              </a:ext>
            </a:extLst>
          </p:cNvPr>
          <p:cNvSpPr>
            <a:spLocks noChangeArrowheads="1"/>
          </p:cNvSpPr>
          <p:nvPr/>
        </p:nvSpPr>
        <p:spPr bwMode="auto">
          <a:xfrm>
            <a:off x="204186" y="4941540"/>
            <a:ext cx="11913833" cy="746298"/>
          </a:xfrm>
          <a:prstGeom prst="rect">
            <a:avLst/>
          </a:prstGeom>
          <a:solidFill>
            <a:srgbClr val="F0F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solidFill>
                  <a:srgbClr val="455463"/>
                </a:solidFill>
                <a:effectLst/>
                <a:latin typeface="Open Sans"/>
              </a:rPr>
              <a:t>For example, to find a point 5 units above a location on the ground, you could use the following calculation:</a:t>
            </a:r>
            <a:endParaRPr kumimoji="0" lang="tr-TR" altLang="tr-TR" sz="1000" b="0" i="0" u="none" strike="noStrike" cap="none" normalizeH="0" baseline="0" dirty="0">
              <a:ln>
                <a:noFill/>
              </a:ln>
              <a:solidFill>
                <a:srgbClr val="000000"/>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tr-TR" b="0" i="0" u="none" strike="noStrike" cap="none" normalizeH="0" baseline="0" dirty="0">
                <a:ln>
                  <a:noFill/>
                </a:ln>
                <a:solidFill>
                  <a:srgbClr val="000000"/>
                </a:solidFill>
                <a:effectLst/>
                <a:latin typeface="Arial Unicode MS" panose="020B0604020202020204" pitchFamily="34" charset="-128"/>
              </a:rPr>
              <a:t>Vector3</a:t>
            </a:r>
            <a:r>
              <a:rPr kumimoji="0" lang="tr-TR" altLang="tr-TR" b="0" i="0" u="none" strike="noStrike" cap="none" normalizeH="0" baseline="0" dirty="0">
                <a:ln>
                  <a:noFill/>
                </a:ln>
                <a:solidFill>
                  <a:srgbClr val="000000"/>
                </a:solidFill>
                <a:effectLst/>
                <a:latin typeface="Arial Unicode MS" panose="020B0604020202020204" pitchFamily="34" charset="-128"/>
              </a:rPr>
              <a:t> pointInAir = pointOnGround + new Vector3(0, 5, 0);</a:t>
            </a:r>
            <a:r>
              <a:rPr kumimoji="0" lang="tr-TR" altLang="tr-TR" sz="1400" b="0" i="0" u="none" strike="noStrike" cap="none" normalizeH="0" baseline="0" dirty="0">
                <a:ln>
                  <a:noFill/>
                </a:ln>
                <a:solidFill>
                  <a:schemeClr val="tx1"/>
                </a:solidFill>
                <a:effectLst/>
              </a:rPr>
              <a:t> </a:t>
            </a:r>
            <a:endParaRPr kumimoji="0" lang="tr-TR" altLang="tr-TR" sz="4000" b="0" i="0" u="none" strike="noStrike" cap="none" normalizeH="0" baseline="0" dirty="0">
              <a:ln>
                <a:noFill/>
              </a:ln>
              <a:solidFill>
                <a:schemeClr val="tx1"/>
              </a:solidFill>
              <a:effectLst/>
              <a:latin typeface="Arial" panose="020B0604020202020204" pitchFamily="34" charset="0"/>
            </a:endParaRPr>
          </a:p>
        </p:txBody>
      </p:sp>
      <p:sp>
        <p:nvSpPr>
          <p:cNvPr id="3" name="Footer Placeholder 2">
            <a:extLst>
              <a:ext uri="{FF2B5EF4-FFF2-40B4-BE49-F238E27FC236}">
                <a16:creationId xmlns:a16="http://schemas.microsoft.com/office/drawing/2014/main" id="{42ABD4EF-0D51-4151-A3F1-7A48AE208D4A}"/>
              </a:ext>
            </a:extLst>
          </p:cNvPr>
          <p:cNvSpPr>
            <a:spLocks noGrp="1"/>
          </p:cNvSpPr>
          <p:nvPr>
            <p:ph type="ftr" sz="quarter" idx="11"/>
          </p:nvPr>
        </p:nvSpPr>
        <p:spPr/>
        <p:txBody>
          <a:bodyPr/>
          <a:lstStyle/>
          <a:p>
            <a:r>
              <a:rPr lang="tr-TR"/>
              <a:t>K.O.  2018-2019 - Week 3</a:t>
            </a:r>
          </a:p>
        </p:txBody>
      </p:sp>
      <p:sp>
        <p:nvSpPr>
          <p:cNvPr id="4" name="Slide Number Placeholder 3">
            <a:extLst>
              <a:ext uri="{FF2B5EF4-FFF2-40B4-BE49-F238E27FC236}">
                <a16:creationId xmlns:a16="http://schemas.microsoft.com/office/drawing/2014/main" id="{CA33578B-7B7E-4D18-987D-AC353B3132DB}"/>
              </a:ext>
            </a:extLst>
          </p:cNvPr>
          <p:cNvSpPr>
            <a:spLocks noGrp="1"/>
          </p:cNvSpPr>
          <p:nvPr>
            <p:ph type="sldNum" sz="quarter" idx="12"/>
          </p:nvPr>
        </p:nvSpPr>
        <p:spPr/>
        <p:txBody>
          <a:bodyPr/>
          <a:lstStyle/>
          <a:p>
            <a:fld id="{2698BB43-DB97-4C55-8D33-CA4AB6A13C97}" type="slidenum">
              <a:rPr lang="tr-TR" smtClean="0"/>
              <a:t>23</a:t>
            </a:fld>
            <a:endParaRPr lang="tr-TR"/>
          </a:p>
        </p:txBody>
      </p:sp>
    </p:spTree>
    <p:extLst>
      <p:ext uri="{BB962C8B-B14F-4D97-AF65-F5344CB8AC3E}">
        <p14:creationId xmlns:p14="http://schemas.microsoft.com/office/powerpoint/2010/main" val="1623722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457B6-5AC2-1574-BDE8-99D431362FF3}"/>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75BD7D63-B2FA-B5EB-18CC-4298235A8D54}"/>
              </a:ext>
            </a:extLst>
          </p:cNvPr>
          <p:cNvPicPr>
            <a:picLocks noGrp="1" noChangeAspect="1"/>
          </p:cNvPicPr>
          <p:nvPr>
            <p:ph idx="1"/>
          </p:nvPr>
        </p:nvPicPr>
        <p:blipFill>
          <a:blip r:embed="rId2"/>
          <a:stretch>
            <a:fillRect/>
          </a:stretch>
        </p:blipFill>
        <p:spPr>
          <a:xfrm>
            <a:off x="2081938" y="1825625"/>
            <a:ext cx="8028123" cy="4351338"/>
          </a:xfrm>
        </p:spPr>
      </p:pic>
      <p:sp>
        <p:nvSpPr>
          <p:cNvPr id="4" name="Footer Placeholder 3">
            <a:extLst>
              <a:ext uri="{FF2B5EF4-FFF2-40B4-BE49-F238E27FC236}">
                <a16:creationId xmlns:a16="http://schemas.microsoft.com/office/drawing/2014/main" id="{CCFE119C-A2BB-C29D-2F70-DA68A7A8F616}"/>
              </a:ext>
            </a:extLst>
          </p:cNvPr>
          <p:cNvSpPr>
            <a:spLocks noGrp="1"/>
          </p:cNvSpPr>
          <p:nvPr>
            <p:ph type="ftr" sz="quarter" idx="11"/>
          </p:nvPr>
        </p:nvSpPr>
        <p:spPr/>
        <p:txBody>
          <a:bodyPr/>
          <a:lstStyle/>
          <a:p>
            <a:r>
              <a:rPr lang="tr-TR"/>
              <a:t>K.O.  20</a:t>
            </a:r>
            <a:r>
              <a:rPr lang="en-US"/>
              <a:t>19-</a:t>
            </a:r>
            <a:r>
              <a:rPr lang="tr-TR"/>
              <a:t>20</a:t>
            </a:r>
            <a:r>
              <a:rPr lang="en-US"/>
              <a:t>20</a:t>
            </a:r>
            <a:r>
              <a:rPr lang="tr-TR"/>
              <a:t>- Week </a:t>
            </a:r>
            <a:r>
              <a:rPr lang="en-US"/>
              <a:t>2</a:t>
            </a:r>
            <a:endParaRPr lang="tr-TR" dirty="0"/>
          </a:p>
        </p:txBody>
      </p:sp>
      <p:sp>
        <p:nvSpPr>
          <p:cNvPr id="5" name="Slide Number Placeholder 4">
            <a:extLst>
              <a:ext uri="{FF2B5EF4-FFF2-40B4-BE49-F238E27FC236}">
                <a16:creationId xmlns:a16="http://schemas.microsoft.com/office/drawing/2014/main" id="{1105FB28-E845-9397-151B-F4DDDBB8C9F0}"/>
              </a:ext>
            </a:extLst>
          </p:cNvPr>
          <p:cNvSpPr>
            <a:spLocks noGrp="1"/>
          </p:cNvSpPr>
          <p:nvPr>
            <p:ph type="sldNum" sz="quarter" idx="12"/>
          </p:nvPr>
        </p:nvSpPr>
        <p:spPr/>
        <p:txBody>
          <a:bodyPr/>
          <a:lstStyle/>
          <a:p>
            <a:fld id="{2698BB43-DB97-4C55-8D33-CA4AB6A13C97}" type="slidenum">
              <a:rPr lang="tr-TR" smtClean="0"/>
              <a:t>24</a:t>
            </a:fld>
            <a:endParaRPr lang="tr-TR"/>
          </a:p>
        </p:txBody>
      </p:sp>
      <p:grpSp>
        <p:nvGrpSpPr>
          <p:cNvPr id="36" name="Group 35">
            <a:extLst>
              <a:ext uri="{FF2B5EF4-FFF2-40B4-BE49-F238E27FC236}">
                <a16:creationId xmlns:a16="http://schemas.microsoft.com/office/drawing/2014/main" id="{55DD537A-D23C-0853-4AF5-6E7F6FDD4393}"/>
              </a:ext>
            </a:extLst>
          </p:cNvPr>
          <p:cNvGrpSpPr/>
          <p:nvPr/>
        </p:nvGrpSpPr>
        <p:grpSpPr>
          <a:xfrm>
            <a:off x="4246125" y="2386712"/>
            <a:ext cx="6804720" cy="2693160"/>
            <a:chOff x="4246125" y="2386712"/>
            <a:chExt cx="6804720" cy="2693160"/>
          </a:xfrm>
        </p:grpSpPr>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139237B4-C970-1C2A-D482-44924EAC1F57}"/>
                    </a:ext>
                  </a:extLst>
                </p14:cNvPr>
                <p14:cNvContentPartPr/>
                <p14:nvPr/>
              </p14:nvContentPartPr>
              <p14:xfrm>
                <a:off x="9751245" y="3587672"/>
                <a:ext cx="259920" cy="787680"/>
              </p14:xfrm>
            </p:contentPart>
          </mc:Choice>
          <mc:Fallback xmlns="">
            <p:pic>
              <p:nvPicPr>
                <p:cNvPr id="15" name="Ink 14">
                  <a:extLst>
                    <a:ext uri="{FF2B5EF4-FFF2-40B4-BE49-F238E27FC236}">
                      <a16:creationId xmlns:a16="http://schemas.microsoft.com/office/drawing/2014/main" id="{139237B4-C970-1C2A-D482-44924EAC1F57}"/>
                    </a:ext>
                  </a:extLst>
                </p:cNvPr>
                <p:cNvPicPr/>
                <p:nvPr/>
              </p:nvPicPr>
              <p:blipFill>
                <a:blip r:embed="rId4"/>
                <a:stretch>
                  <a:fillRect/>
                </a:stretch>
              </p:blipFill>
              <p:spPr>
                <a:xfrm>
                  <a:off x="9742605" y="3579032"/>
                  <a:ext cx="277560"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459F4BB3-C856-C50B-60E8-D12B9FB84B9F}"/>
                    </a:ext>
                  </a:extLst>
                </p14:cNvPr>
                <p14:cNvContentPartPr/>
                <p14:nvPr/>
              </p14:nvContentPartPr>
              <p14:xfrm>
                <a:off x="9964725" y="3893672"/>
                <a:ext cx="90000" cy="126720"/>
              </p14:xfrm>
            </p:contentPart>
          </mc:Choice>
          <mc:Fallback xmlns="">
            <p:pic>
              <p:nvPicPr>
                <p:cNvPr id="16" name="Ink 15">
                  <a:extLst>
                    <a:ext uri="{FF2B5EF4-FFF2-40B4-BE49-F238E27FC236}">
                      <a16:creationId xmlns:a16="http://schemas.microsoft.com/office/drawing/2014/main" id="{459F4BB3-C856-C50B-60E8-D12B9FB84B9F}"/>
                    </a:ext>
                  </a:extLst>
                </p:cNvPr>
                <p:cNvPicPr/>
                <p:nvPr/>
              </p:nvPicPr>
              <p:blipFill>
                <a:blip r:embed="rId6"/>
                <a:stretch>
                  <a:fillRect/>
                </a:stretch>
              </p:blipFill>
              <p:spPr>
                <a:xfrm>
                  <a:off x="9956085" y="3884672"/>
                  <a:ext cx="1076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7" name="Ink 16">
                  <a:extLst>
                    <a:ext uri="{FF2B5EF4-FFF2-40B4-BE49-F238E27FC236}">
                      <a16:creationId xmlns:a16="http://schemas.microsoft.com/office/drawing/2014/main" id="{16F073E0-0D02-F987-2D51-DEF5135A16E0}"/>
                    </a:ext>
                  </a:extLst>
                </p14:cNvPr>
                <p14:cNvContentPartPr/>
                <p14:nvPr/>
              </p14:nvContentPartPr>
              <p14:xfrm>
                <a:off x="10139685" y="3710432"/>
                <a:ext cx="25560" cy="268920"/>
              </p14:xfrm>
            </p:contentPart>
          </mc:Choice>
          <mc:Fallback xmlns="">
            <p:pic>
              <p:nvPicPr>
                <p:cNvPr id="17" name="Ink 16">
                  <a:extLst>
                    <a:ext uri="{FF2B5EF4-FFF2-40B4-BE49-F238E27FC236}">
                      <a16:creationId xmlns:a16="http://schemas.microsoft.com/office/drawing/2014/main" id="{16F073E0-0D02-F987-2D51-DEF5135A16E0}"/>
                    </a:ext>
                  </a:extLst>
                </p:cNvPr>
                <p:cNvPicPr/>
                <p:nvPr/>
              </p:nvPicPr>
              <p:blipFill>
                <a:blip r:embed="rId8"/>
                <a:stretch>
                  <a:fillRect/>
                </a:stretch>
              </p:blipFill>
              <p:spPr>
                <a:xfrm>
                  <a:off x="10131045" y="3701432"/>
                  <a:ext cx="432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CAEFF96C-A28F-1B0E-B7F7-FE6C8473FCD5}"/>
                    </a:ext>
                  </a:extLst>
                </p14:cNvPr>
                <p14:cNvContentPartPr/>
                <p14:nvPr/>
              </p14:nvContentPartPr>
              <p14:xfrm>
                <a:off x="10231125" y="3504512"/>
                <a:ext cx="532440" cy="352440"/>
              </p14:xfrm>
            </p:contentPart>
          </mc:Choice>
          <mc:Fallback xmlns="">
            <p:pic>
              <p:nvPicPr>
                <p:cNvPr id="18" name="Ink 17">
                  <a:extLst>
                    <a:ext uri="{FF2B5EF4-FFF2-40B4-BE49-F238E27FC236}">
                      <a16:creationId xmlns:a16="http://schemas.microsoft.com/office/drawing/2014/main" id="{CAEFF96C-A28F-1B0E-B7F7-FE6C8473FCD5}"/>
                    </a:ext>
                  </a:extLst>
                </p:cNvPr>
                <p:cNvPicPr/>
                <p:nvPr/>
              </p:nvPicPr>
              <p:blipFill>
                <a:blip r:embed="rId10"/>
                <a:stretch>
                  <a:fillRect/>
                </a:stretch>
              </p:blipFill>
              <p:spPr>
                <a:xfrm>
                  <a:off x="10222485" y="3495872"/>
                  <a:ext cx="55008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Ink 18">
                  <a:extLst>
                    <a:ext uri="{FF2B5EF4-FFF2-40B4-BE49-F238E27FC236}">
                      <a16:creationId xmlns:a16="http://schemas.microsoft.com/office/drawing/2014/main" id="{A3919E81-EDF9-3AFF-39FA-AD5EBFD10E76}"/>
                    </a:ext>
                  </a:extLst>
                </p14:cNvPr>
                <p14:cNvContentPartPr/>
                <p14:nvPr/>
              </p14:nvContentPartPr>
              <p14:xfrm>
                <a:off x="10799565" y="3253592"/>
                <a:ext cx="251280" cy="403920"/>
              </p14:xfrm>
            </p:contentPart>
          </mc:Choice>
          <mc:Fallback xmlns="">
            <p:pic>
              <p:nvPicPr>
                <p:cNvPr id="19" name="Ink 18">
                  <a:extLst>
                    <a:ext uri="{FF2B5EF4-FFF2-40B4-BE49-F238E27FC236}">
                      <a16:creationId xmlns:a16="http://schemas.microsoft.com/office/drawing/2014/main" id="{A3919E81-EDF9-3AFF-39FA-AD5EBFD10E76}"/>
                    </a:ext>
                  </a:extLst>
                </p:cNvPr>
                <p:cNvPicPr/>
                <p:nvPr/>
              </p:nvPicPr>
              <p:blipFill>
                <a:blip r:embed="rId12"/>
                <a:stretch>
                  <a:fillRect/>
                </a:stretch>
              </p:blipFill>
              <p:spPr>
                <a:xfrm>
                  <a:off x="10790565" y="3244952"/>
                  <a:ext cx="26892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7679269E-118C-B62A-9E78-6A6FF3A2A9A8}"/>
                    </a:ext>
                  </a:extLst>
                </p14:cNvPr>
                <p14:cNvContentPartPr/>
                <p14:nvPr/>
              </p14:nvContentPartPr>
              <p14:xfrm>
                <a:off x="8072925" y="4011752"/>
                <a:ext cx="69840" cy="313920"/>
              </p14:xfrm>
            </p:contentPart>
          </mc:Choice>
          <mc:Fallback xmlns="">
            <p:pic>
              <p:nvPicPr>
                <p:cNvPr id="8" name="Ink 7">
                  <a:extLst>
                    <a:ext uri="{FF2B5EF4-FFF2-40B4-BE49-F238E27FC236}">
                      <a16:creationId xmlns:a16="http://schemas.microsoft.com/office/drawing/2014/main" id="{7679269E-118C-B62A-9E78-6A6FF3A2A9A8}"/>
                    </a:ext>
                  </a:extLst>
                </p:cNvPr>
                <p:cNvPicPr/>
                <p:nvPr/>
              </p:nvPicPr>
              <p:blipFill>
                <a:blip r:embed="rId14"/>
                <a:stretch>
                  <a:fillRect/>
                </a:stretch>
              </p:blipFill>
              <p:spPr>
                <a:xfrm>
                  <a:off x="8063925" y="4003112"/>
                  <a:ext cx="8748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40F1996B-4A85-9259-3C29-75A024D470C7}"/>
                    </a:ext>
                  </a:extLst>
                </p14:cNvPr>
                <p14:cNvContentPartPr/>
                <p14:nvPr/>
              </p14:nvContentPartPr>
              <p14:xfrm>
                <a:off x="8088765" y="3887912"/>
                <a:ext cx="251640" cy="239040"/>
              </p14:xfrm>
            </p:contentPart>
          </mc:Choice>
          <mc:Fallback xmlns="">
            <p:pic>
              <p:nvPicPr>
                <p:cNvPr id="9" name="Ink 8">
                  <a:extLst>
                    <a:ext uri="{FF2B5EF4-FFF2-40B4-BE49-F238E27FC236}">
                      <a16:creationId xmlns:a16="http://schemas.microsoft.com/office/drawing/2014/main" id="{40F1996B-4A85-9259-3C29-75A024D470C7}"/>
                    </a:ext>
                  </a:extLst>
                </p:cNvPr>
                <p:cNvPicPr/>
                <p:nvPr/>
              </p:nvPicPr>
              <p:blipFill>
                <a:blip r:embed="rId16"/>
                <a:stretch>
                  <a:fillRect/>
                </a:stretch>
              </p:blipFill>
              <p:spPr>
                <a:xfrm>
                  <a:off x="8079765" y="3879272"/>
                  <a:ext cx="2692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87D05375-D070-C167-803D-FFE072144553}"/>
                    </a:ext>
                  </a:extLst>
                </p14:cNvPr>
                <p14:cNvContentPartPr/>
                <p14:nvPr/>
              </p14:nvContentPartPr>
              <p14:xfrm>
                <a:off x="8501325" y="3805832"/>
                <a:ext cx="159480" cy="448920"/>
              </p14:xfrm>
            </p:contentPart>
          </mc:Choice>
          <mc:Fallback xmlns="">
            <p:pic>
              <p:nvPicPr>
                <p:cNvPr id="10" name="Ink 9">
                  <a:extLst>
                    <a:ext uri="{FF2B5EF4-FFF2-40B4-BE49-F238E27FC236}">
                      <a16:creationId xmlns:a16="http://schemas.microsoft.com/office/drawing/2014/main" id="{87D05375-D070-C167-803D-FFE072144553}"/>
                    </a:ext>
                  </a:extLst>
                </p:cNvPr>
                <p:cNvPicPr/>
                <p:nvPr/>
              </p:nvPicPr>
              <p:blipFill>
                <a:blip r:embed="rId18"/>
                <a:stretch>
                  <a:fillRect/>
                </a:stretch>
              </p:blipFill>
              <p:spPr>
                <a:xfrm>
                  <a:off x="8492325" y="3796832"/>
                  <a:ext cx="177120" cy="466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A34CF9DF-F81C-9837-A9D3-770E1DA62526}"/>
                    </a:ext>
                  </a:extLst>
                </p14:cNvPr>
                <p14:cNvContentPartPr/>
                <p14:nvPr/>
              </p14:nvContentPartPr>
              <p14:xfrm>
                <a:off x="8795445" y="4068992"/>
                <a:ext cx="206640" cy="220320"/>
              </p14:xfrm>
            </p:contentPart>
          </mc:Choice>
          <mc:Fallback xmlns="">
            <p:pic>
              <p:nvPicPr>
                <p:cNvPr id="11" name="Ink 10">
                  <a:extLst>
                    <a:ext uri="{FF2B5EF4-FFF2-40B4-BE49-F238E27FC236}">
                      <a16:creationId xmlns:a16="http://schemas.microsoft.com/office/drawing/2014/main" id="{A34CF9DF-F81C-9837-A9D3-770E1DA62526}"/>
                    </a:ext>
                  </a:extLst>
                </p:cNvPr>
                <p:cNvPicPr/>
                <p:nvPr/>
              </p:nvPicPr>
              <p:blipFill>
                <a:blip r:embed="rId20"/>
                <a:stretch>
                  <a:fillRect/>
                </a:stretch>
              </p:blipFill>
              <p:spPr>
                <a:xfrm>
                  <a:off x="8786805" y="4060352"/>
                  <a:ext cx="22428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Ink 11">
                  <a:extLst>
                    <a:ext uri="{FF2B5EF4-FFF2-40B4-BE49-F238E27FC236}">
                      <a16:creationId xmlns:a16="http://schemas.microsoft.com/office/drawing/2014/main" id="{E36F2FA5-B6E1-EB8F-84FA-9E1E5F980D1F}"/>
                    </a:ext>
                  </a:extLst>
                </p14:cNvPr>
                <p14:cNvContentPartPr/>
                <p14:nvPr/>
              </p14:nvContentPartPr>
              <p14:xfrm>
                <a:off x="8998485" y="4106072"/>
                <a:ext cx="82440" cy="161640"/>
              </p14:xfrm>
            </p:contentPart>
          </mc:Choice>
          <mc:Fallback xmlns="">
            <p:pic>
              <p:nvPicPr>
                <p:cNvPr id="12" name="Ink 11">
                  <a:extLst>
                    <a:ext uri="{FF2B5EF4-FFF2-40B4-BE49-F238E27FC236}">
                      <a16:creationId xmlns:a16="http://schemas.microsoft.com/office/drawing/2014/main" id="{E36F2FA5-B6E1-EB8F-84FA-9E1E5F980D1F}"/>
                    </a:ext>
                  </a:extLst>
                </p:cNvPr>
                <p:cNvPicPr/>
                <p:nvPr/>
              </p:nvPicPr>
              <p:blipFill>
                <a:blip r:embed="rId22"/>
                <a:stretch>
                  <a:fillRect/>
                </a:stretch>
              </p:blipFill>
              <p:spPr>
                <a:xfrm>
                  <a:off x="8989485" y="4097072"/>
                  <a:ext cx="1000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Ink 12">
                  <a:extLst>
                    <a:ext uri="{FF2B5EF4-FFF2-40B4-BE49-F238E27FC236}">
                      <a16:creationId xmlns:a16="http://schemas.microsoft.com/office/drawing/2014/main" id="{52455D72-3618-71E5-DC49-2DB075D3EDD0}"/>
                    </a:ext>
                  </a:extLst>
                </p14:cNvPr>
                <p14:cNvContentPartPr/>
                <p14:nvPr/>
              </p14:nvContentPartPr>
              <p14:xfrm>
                <a:off x="9152205" y="4023272"/>
                <a:ext cx="133200" cy="219960"/>
              </p14:xfrm>
            </p:contentPart>
          </mc:Choice>
          <mc:Fallback xmlns="">
            <p:pic>
              <p:nvPicPr>
                <p:cNvPr id="13" name="Ink 12">
                  <a:extLst>
                    <a:ext uri="{FF2B5EF4-FFF2-40B4-BE49-F238E27FC236}">
                      <a16:creationId xmlns:a16="http://schemas.microsoft.com/office/drawing/2014/main" id="{52455D72-3618-71E5-DC49-2DB075D3EDD0}"/>
                    </a:ext>
                  </a:extLst>
                </p:cNvPr>
                <p:cNvPicPr/>
                <p:nvPr/>
              </p:nvPicPr>
              <p:blipFill>
                <a:blip r:embed="rId24"/>
                <a:stretch>
                  <a:fillRect/>
                </a:stretch>
              </p:blipFill>
              <p:spPr>
                <a:xfrm>
                  <a:off x="9143205" y="4014272"/>
                  <a:ext cx="1508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CE781D3D-EB56-1E8E-3463-28A6F32E42BE}"/>
                    </a:ext>
                  </a:extLst>
                </p14:cNvPr>
                <p14:cNvContentPartPr/>
                <p14:nvPr/>
              </p14:nvContentPartPr>
              <p14:xfrm>
                <a:off x="7783125" y="4498112"/>
                <a:ext cx="362520" cy="353880"/>
              </p14:xfrm>
            </p:contentPart>
          </mc:Choice>
          <mc:Fallback xmlns="">
            <p:pic>
              <p:nvPicPr>
                <p:cNvPr id="21" name="Ink 20">
                  <a:extLst>
                    <a:ext uri="{FF2B5EF4-FFF2-40B4-BE49-F238E27FC236}">
                      <a16:creationId xmlns:a16="http://schemas.microsoft.com/office/drawing/2014/main" id="{CE781D3D-EB56-1E8E-3463-28A6F32E42BE}"/>
                    </a:ext>
                  </a:extLst>
                </p:cNvPr>
                <p:cNvPicPr/>
                <p:nvPr/>
              </p:nvPicPr>
              <p:blipFill>
                <a:blip r:embed="rId26"/>
                <a:stretch>
                  <a:fillRect/>
                </a:stretch>
              </p:blipFill>
              <p:spPr>
                <a:xfrm>
                  <a:off x="7774125" y="4489472"/>
                  <a:ext cx="38016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0822D2D0-35B7-E139-2FF6-E87A864B75F6}"/>
                    </a:ext>
                  </a:extLst>
                </p14:cNvPr>
                <p14:cNvContentPartPr/>
                <p14:nvPr/>
              </p14:nvContentPartPr>
              <p14:xfrm>
                <a:off x="7751445" y="4552112"/>
                <a:ext cx="309600" cy="143640"/>
              </p14:xfrm>
            </p:contentPart>
          </mc:Choice>
          <mc:Fallback xmlns="">
            <p:pic>
              <p:nvPicPr>
                <p:cNvPr id="22" name="Ink 21">
                  <a:extLst>
                    <a:ext uri="{FF2B5EF4-FFF2-40B4-BE49-F238E27FC236}">
                      <a16:creationId xmlns:a16="http://schemas.microsoft.com/office/drawing/2014/main" id="{0822D2D0-35B7-E139-2FF6-E87A864B75F6}"/>
                    </a:ext>
                  </a:extLst>
                </p:cNvPr>
                <p:cNvPicPr/>
                <p:nvPr/>
              </p:nvPicPr>
              <p:blipFill>
                <a:blip r:embed="rId28"/>
                <a:stretch>
                  <a:fillRect/>
                </a:stretch>
              </p:blipFill>
              <p:spPr>
                <a:xfrm>
                  <a:off x="7742805" y="4543472"/>
                  <a:ext cx="3272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E230646A-F027-9BAE-45A9-356337E3529B}"/>
                    </a:ext>
                  </a:extLst>
                </p14:cNvPr>
                <p14:cNvContentPartPr/>
                <p14:nvPr/>
              </p14:nvContentPartPr>
              <p14:xfrm>
                <a:off x="8081205" y="4316312"/>
                <a:ext cx="231120" cy="654120"/>
              </p14:xfrm>
            </p:contentPart>
          </mc:Choice>
          <mc:Fallback xmlns="">
            <p:pic>
              <p:nvPicPr>
                <p:cNvPr id="23" name="Ink 22">
                  <a:extLst>
                    <a:ext uri="{FF2B5EF4-FFF2-40B4-BE49-F238E27FC236}">
                      <a16:creationId xmlns:a16="http://schemas.microsoft.com/office/drawing/2014/main" id="{E230646A-F027-9BAE-45A9-356337E3529B}"/>
                    </a:ext>
                  </a:extLst>
                </p:cNvPr>
                <p:cNvPicPr/>
                <p:nvPr/>
              </p:nvPicPr>
              <p:blipFill>
                <a:blip r:embed="rId30"/>
                <a:stretch>
                  <a:fillRect/>
                </a:stretch>
              </p:blipFill>
              <p:spPr>
                <a:xfrm>
                  <a:off x="8072205" y="4307672"/>
                  <a:ext cx="248760" cy="671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993D3DA8-9E14-7BF2-3DBB-2C01ED78CD97}"/>
                    </a:ext>
                  </a:extLst>
                </p14:cNvPr>
                <p14:cNvContentPartPr/>
                <p14:nvPr/>
              </p14:nvContentPartPr>
              <p14:xfrm>
                <a:off x="7570365" y="4588112"/>
                <a:ext cx="314280" cy="491760"/>
              </p14:xfrm>
            </p:contentPart>
          </mc:Choice>
          <mc:Fallback xmlns="">
            <p:pic>
              <p:nvPicPr>
                <p:cNvPr id="24" name="Ink 23">
                  <a:extLst>
                    <a:ext uri="{FF2B5EF4-FFF2-40B4-BE49-F238E27FC236}">
                      <a16:creationId xmlns:a16="http://schemas.microsoft.com/office/drawing/2014/main" id="{993D3DA8-9E14-7BF2-3DBB-2C01ED78CD97}"/>
                    </a:ext>
                  </a:extLst>
                </p:cNvPr>
                <p:cNvPicPr/>
                <p:nvPr/>
              </p:nvPicPr>
              <p:blipFill>
                <a:blip r:embed="rId32"/>
                <a:stretch>
                  <a:fillRect/>
                </a:stretch>
              </p:blipFill>
              <p:spPr>
                <a:xfrm>
                  <a:off x="7561365" y="4579472"/>
                  <a:ext cx="33192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34EC8784-5064-02DA-0133-1FBB761CEBB5}"/>
                    </a:ext>
                  </a:extLst>
                </p14:cNvPr>
                <p14:cNvContentPartPr/>
                <p14:nvPr/>
              </p14:nvContentPartPr>
              <p14:xfrm>
                <a:off x="5947485" y="2858312"/>
                <a:ext cx="213120" cy="379440"/>
              </p14:xfrm>
            </p:contentPart>
          </mc:Choice>
          <mc:Fallback xmlns="">
            <p:pic>
              <p:nvPicPr>
                <p:cNvPr id="26" name="Ink 25">
                  <a:extLst>
                    <a:ext uri="{FF2B5EF4-FFF2-40B4-BE49-F238E27FC236}">
                      <a16:creationId xmlns:a16="http://schemas.microsoft.com/office/drawing/2014/main" id="{34EC8784-5064-02DA-0133-1FBB761CEBB5}"/>
                    </a:ext>
                  </a:extLst>
                </p:cNvPr>
                <p:cNvPicPr/>
                <p:nvPr/>
              </p:nvPicPr>
              <p:blipFill>
                <a:blip r:embed="rId34"/>
                <a:stretch>
                  <a:fillRect/>
                </a:stretch>
              </p:blipFill>
              <p:spPr>
                <a:xfrm>
                  <a:off x="5938845" y="2849672"/>
                  <a:ext cx="23076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71E308DB-CFD5-C612-AAF2-9B01448A1B79}"/>
                    </a:ext>
                  </a:extLst>
                </p14:cNvPr>
                <p14:cNvContentPartPr/>
                <p14:nvPr/>
              </p14:nvContentPartPr>
              <p14:xfrm>
                <a:off x="5980605" y="2854352"/>
                <a:ext cx="191880" cy="121320"/>
              </p14:xfrm>
            </p:contentPart>
          </mc:Choice>
          <mc:Fallback xmlns="">
            <p:pic>
              <p:nvPicPr>
                <p:cNvPr id="27" name="Ink 26">
                  <a:extLst>
                    <a:ext uri="{FF2B5EF4-FFF2-40B4-BE49-F238E27FC236}">
                      <a16:creationId xmlns:a16="http://schemas.microsoft.com/office/drawing/2014/main" id="{71E308DB-CFD5-C612-AAF2-9B01448A1B79}"/>
                    </a:ext>
                  </a:extLst>
                </p:cNvPr>
                <p:cNvPicPr/>
                <p:nvPr/>
              </p:nvPicPr>
              <p:blipFill>
                <a:blip r:embed="rId36"/>
                <a:stretch>
                  <a:fillRect/>
                </a:stretch>
              </p:blipFill>
              <p:spPr>
                <a:xfrm>
                  <a:off x="5971965" y="2845352"/>
                  <a:ext cx="2095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1B5A6446-E921-D921-92D3-E60E79B26E97}"/>
                    </a:ext>
                  </a:extLst>
                </p14:cNvPr>
                <p14:cNvContentPartPr/>
                <p14:nvPr/>
              </p14:nvContentPartPr>
              <p14:xfrm>
                <a:off x="6194805" y="2627552"/>
                <a:ext cx="224640" cy="388080"/>
              </p14:xfrm>
            </p:contentPart>
          </mc:Choice>
          <mc:Fallback xmlns="">
            <p:pic>
              <p:nvPicPr>
                <p:cNvPr id="28" name="Ink 27">
                  <a:extLst>
                    <a:ext uri="{FF2B5EF4-FFF2-40B4-BE49-F238E27FC236}">
                      <a16:creationId xmlns:a16="http://schemas.microsoft.com/office/drawing/2014/main" id="{1B5A6446-E921-D921-92D3-E60E79B26E97}"/>
                    </a:ext>
                  </a:extLst>
                </p:cNvPr>
                <p:cNvPicPr/>
                <p:nvPr/>
              </p:nvPicPr>
              <p:blipFill>
                <a:blip r:embed="rId38"/>
                <a:stretch>
                  <a:fillRect/>
                </a:stretch>
              </p:blipFill>
              <p:spPr>
                <a:xfrm>
                  <a:off x="6186165" y="2618912"/>
                  <a:ext cx="24228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B5D553C5-147C-DD78-815E-0758B647178F}"/>
                    </a:ext>
                  </a:extLst>
                </p14:cNvPr>
                <p14:cNvContentPartPr/>
                <p14:nvPr/>
              </p14:nvContentPartPr>
              <p14:xfrm>
                <a:off x="6464805" y="2650232"/>
                <a:ext cx="798480" cy="342000"/>
              </p14:xfrm>
            </p:contentPart>
          </mc:Choice>
          <mc:Fallback xmlns="">
            <p:pic>
              <p:nvPicPr>
                <p:cNvPr id="29" name="Ink 28">
                  <a:extLst>
                    <a:ext uri="{FF2B5EF4-FFF2-40B4-BE49-F238E27FC236}">
                      <a16:creationId xmlns:a16="http://schemas.microsoft.com/office/drawing/2014/main" id="{B5D553C5-147C-DD78-815E-0758B647178F}"/>
                    </a:ext>
                  </a:extLst>
                </p:cNvPr>
                <p:cNvPicPr/>
                <p:nvPr/>
              </p:nvPicPr>
              <p:blipFill>
                <a:blip r:embed="rId40"/>
                <a:stretch>
                  <a:fillRect/>
                </a:stretch>
              </p:blipFill>
              <p:spPr>
                <a:xfrm>
                  <a:off x="6456165" y="2641232"/>
                  <a:ext cx="81612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6EB9FBDA-ADB6-EAE0-DC8B-385D7C1FF3CD}"/>
                    </a:ext>
                  </a:extLst>
                </p14:cNvPr>
                <p14:cNvContentPartPr/>
                <p14:nvPr/>
              </p14:nvContentPartPr>
              <p14:xfrm>
                <a:off x="7282365" y="2545112"/>
                <a:ext cx="336960" cy="225360"/>
              </p14:xfrm>
            </p:contentPart>
          </mc:Choice>
          <mc:Fallback xmlns="">
            <p:pic>
              <p:nvPicPr>
                <p:cNvPr id="30" name="Ink 29">
                  <a:extLst>
                    <a:ext uri="{FF2B5EF4-FFF2-40B4-BE49-F238E27FC236}">
                      <a16:creationId xmlns:a16="http://schemas.microsoft.com/office/drawing/2014/main" id="{6EB9FBDA-ADB6-EAE0-DC8B-385D7C1FF3CD}"/>
                    </a:ext>
                  </a:extLst>
                </p:cNvPr>
                <p:cNvPicPr/>
                <p:nvPr/>
              </p:nvPicPr>
              <p:blipFill>
                <a:blip r:embed="rId42"/>
                <a:stretch>
                  <a:fillRect/>
                </a:stretch>
              </p:blipFill>
              <p:spPr>
                <a:xfrm>
                  <a:off x="7273365" y="2536472"/>
                  <a:ext cx="35460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5D76373F-2219-E2BC-5072-AE5C2B94B8BF}"/>
                    </a:ext>
                  </a:extLst>
                </p14:cNvPr>
                <p14:cNvContentPartPr/>
                <p14:nvPr/>
              </p14:nvContentPartPr>
              <p14:xfrm>
                <a:off x="7677645" y="2386712"/>
                <a:ext cx="194400" cy="438840"/>
              </p14:xfrm>
            </p:contentPart>
          </mc:Choice>
          <mc:Fallback xmlns="">
            <p:pic>
              <p:nvPicPr>
                <p:cNvPr id="31" name="Ink 30">
                  <a:extLst>
                    <a:ext uri="{FF2B5EF4-FFF2-40B4-BE49-F238E27FC236}">
                      <a16:creationId xmlns:a16="http://schemas.microsoft.com/office/drawing/2014/main" id="{5D76373F-2219-E2BC-5072-AE5C2B94B8BF}"/>
                    </a:ext>
                  </a:extLst>
                </p:cNvPr>
                <p:cNvPicPr/>
                <p:nvPr/>
              </p:nvPicPr>
              <p:blipFill>
                <a:blip r:embed="rId44"/>
                <a:stretch>
                  <a:fillRect/>
                </a:stretch>
              </p:blipFill>
              <p:spPr>
                <a:xfrm>
                  <a:off x="7668645" y="2377712"/>
                  <a:ext cx="21204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E166C97A-2A78-4634-62AE-2E818755568D}"/>
                    </a:ext>
                  </a:extLst>
                </p14:cNvPr>
                <p14:cNvContentPartPr/>
                <p14:nvPr/>
              </p14:nvContentPartPr>
              <p14:xfrm>
                <a:off x="4246125" y="3029312"/>
                <a:ext cx="3961800" cy="1626840"/>
              </p14:xfrm>
            </p:contentPart>
          </mc:Choice>
          <mc:Fallback xmlns="">
            <p:pic>
              <p:nvPicPr>
                <p:cNvPr id="33" name="Ink 32">
                  <a:extLst>
                    <a:ext uri="{FF2B5EF4-FFF2-40B4-BE49-F238E27FC236}">
                      <a16:creationId xmlns:a16="http://schemas.microsoft.com/office/drawing/2014/main" id="{E166C97A-2A78-4634-62AE-2E818755568D}"/>
                    </a:ext>
                  </a:extLst>
                </p:cNvPr>
                <p:cNvPicPr/>
                <p:nvPr/>
              </p:nvPicPr>
              <p:blipFill>
                <a:blip r:embed="rId46"/>
                <a:stretch>
                  <a:fillRect/>
                </a:stretch>
              </p:blipFill>
              <p:spPr>
                <a:xfrm>
                  <a:off x="4237125" y="3020312"/>
                  <a:ext cx="3979440" cy="16444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 name="Ink 33">
                  <a:extLst>
                    <a:ext uri="{FF2B5EF4-FFF2-40B4-BE49-F238E27FC236}">
                      <a16:creationId xmlns:a16="http://schemas.microsoft.com/office/drawing/2014/main" id="{BCF13A98-70B4-B310-8CAF-9ACA195519C4}"/>
                    </a:ext>
                  </a:extLst>
                </p14:cNvPr>
                <p14:cNvContentPartPr/>
                <p14:nvPr/>
              </p14:nvContentPartPr>
              <p14:xfrm>
                <a:off x="6112365" y="3596672"/>
                <a:ext cx="1055160" cy="365760"/>
              </p14:xfrm>
            </p:contentPart>
          </mc:Choice>
          <mc:Fallback xmlns="">
            <p:pic>
              <p:nvPicPr>
                <p:cNvPr id="34" name="Ink 33">
                  <a:extLst>
                    <a:ext uri="{FF2B5EF4-FFF2-40B4-BE49-F238E27FC236}">
                      <a16:creationId xmlns:a16="http://schemas.microsoft.com/office/drawing/2014/main" id="{BCF13A98-70B4-B310-8CAF-9ACA195519C4}"/>
                    </a:ext>
                  </a:extLst>
                </p:cNvPr>
                <p:cNvPicPr/>
                <p:nvPr/>
              </p:nvPicPr>
              <p:blipFill>
                <a:blip r:embed="rId48"/>
                <a:stretch>
                  <a:fillRect/>
                </a:stretch>
              </p:blipFill>
              <p:spPr>
                <a:xfrm>
                  <a:off x="6103365" y="3588032"/>
                  <a:ext cx="10728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5" name="Ink 34">
                  <a:extLst>
                    <a:ext uri="{FF2B5EF4-FFF2-40B4-BE49-F238E27FC236}">
                      <a16:creationId xmlns:a16="http://schemas.microsoft.com/office/drawing/2014/main" id="{2A1479C5-47B5-6927-472E-287C02958BD1}"/>
                    </a:ext>
                  </a:extLst>
                </p14:cNvPr>
                <p14:cNvContentPartPr/>
                <p14:nvPr/>
              </p14:nvContentPartPr>
              <p14:xfrm>
                <a:off x="5418645" y="2574272"/>
                <a:ext cx="608400" cy="1363680"/>
              </p14:xfrm>
            </p:contentPart>
          </mc:Choice>
          <mc:Fallback xmlns="">
            <p:pic>
              <p:nvPicPr>
                <p:cNvPr id="35" name="Ink 34">
                  <a:extLst>
                    <a:ext uri="{FF2B5EF4-FFF2-40B4-BE49-F238E27FC236}">
                      <a16:creationId xmlns:a16="http://schemas.microsoft.com/office/drawing/2014/main" id="{2A1479C5-47B5-6927-472E-287C02958BD1}"/>
                    </a:ext>
                  </a:extLst>
                </p:cNvPr>
                <p:cNvPicPr/>
                <p:nvPr/>
              </p:nvPicPr>
              <p:blipFill>
                <a:blip r:embed="rId50"/>
                <a:stretch>
                  <a:fillRect/>
                </a:stretch>
              </p:blipFill>
              <p:spPr>
                <a:xfrm>
                  <a:off x="5409645" y="2565272"/>
                  <a:ext cx="626040" cy="138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CCD4EEE2-1772-7349-D444-B78D0E38A91E}"/>
                  </a:ext>
                </a:extLst>
              </p14:cNvPr>
              <p14:cNvContentPartPr/>
              <p14:nvPr/>
            </p14:nvContentPartPr>
            <p14:xfrm>
              <a:off x="5872965" y="1472312"/>
              <a:ext cx="629280" cy="2539800"/>
            </p14:xfrm>
          </p:contentPart>
        </mc:Choice>
        <mc:Fallback xmlns="">
          <p:pic>
            <p:nvPicPr>
              <p:cNvPr id="37" name="Ink 36">
                <a:extLst>
                  <a:ext uri="{FF2B5EF4-FFF2-40B4-BE49-F238E27FC236}">
                    <a16:creationId xmlns:a16="http://schemas.microsoft.com/office/drawing/2014/main" id="{CCD4EEE2-1772-7349-D444-B78D0E38A91E}"/>
                  </a:ext>
                </a:extLst>
              </p:cNvPr>
              <p:cNvPicPr/>
              <p:nvPr/>
            </p:nvPicPr>
            <p:blipFill>
              <a:blip r:embed="rId52"/>
              <a:stretch>
                <a:fillRect/>
              </a:stretch>
            </p:blipFill>
            <p:spPr>
              <a:xfrm>
                <a:off x="5864325" y="1463672"/>
                <a:ext cx="646920" cy="25574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2163B831-F8DD-E6D3-932A-0BC70C8E3231}"/>
                  </a:ext>
                </a:extLst>
              </p14:cNvPr>
              <p14:cNvContentPartPr/>
              <p14:nvPr/>
            </p14:nvContentPartPr>
            <p14:xfrm>
              <a:off x="6903285" y="1186557"/>
              <a:ext cx="461520" cy="603720"/>
            </p14:xfrm>
          </p:contentPart>
        </mc:Choice>
        <mc:Fallback xmlns="">
          <p:pic>
            <p:nvPicPr>
              <p:cNvPr id="38" name="Ink 37">
                <a:extLst>
                  <a:ext uri="{FF2B5EF4-FFF2-40B4-BE49-F238E27FC236}">
                    <a16:creationId xmlns:a16="http://schemas.microsoft.com/office/drawing/2014/main" id="{2163B831-F8DD-E6D3-932A-0BC70C8E3231}"/>
                  </a:ext>
                </a:extLst>
              </p:cNvPr>
              <p:cNvPicPr/>
              <p:nvPr/>
            </p:nvPicPr>
            <p:blipFill>
              <a:blip r:embed="rId54"/>
              <a:stretch>
                <a:fillRect/>
              </a:stretch>
            </p:blipFill>
            <p:spPr>
              <a:xfrm>
                <a:off x="6894285" y="1177557"/>
                <a:ext cx="479160" cy="6213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587C0846-22D5-0FAD-81D6-82E5836AEE30}"/>
                  </a:ext>
                </a:extLst>
              </p14:cNvPr>
              <p14:cNvContentPartPr/>
              <p14:nvPr/>
            </p14:nvContentPartPr>
            <p14:xfrm>
              <a:off x="7636245" y="1161357"/>
              <a:ext cx="47520" cy="447120"/>
            </p14:xfrm>
          </p:contentPart>
        </mc:Choice>
        <mc:Fallback xmlns="">
          <p:pic>
            <p:nvPicPr>
              <p:cNvPr id="39" name="Ink 38">
                <a:extLst>
                  <a:ext uri="{FF2B5EF4-FFF2-40B4-BE49-F238E27FC236}">
                    <a16:creationId xmlns:a16="http://schemas.microsoft.com/office/drawing/2014/main" id="{587C0846-22D5-0FAD-81D6-82E5836AEE30}"/>
                  </a:ext>
                </a:extLst>
              </p:cNvPr>
              <p:cNvPicPr/>
              <p:nvPr/>
            </p:nvPicPr>
            <p:blipFill>
              <a:blip r:embed="rId56"/>
              <a:stretch>
                <a:fillRect/>
              </a:stretch>
            </p:blipFill>
            <p:spPr>
              <a:xfrm>
                <a:off x="7627605" y="1152717"/>
                <a:ext cx="65160" cy="4647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41CBD1E7-CBA5-227F-00C1-CA3509EBD71C}"/>
                  </a:ext>
                </a:extLst>
              </p14:cNvPr>
              <p14:cNvContentPartPr/>
              <p14:nvPr/>
            </p14:nvContentPartPr>
            <p14:xfrm>
              <a:off x="7869525" y="1495797"/>
              <a:ext cx="149760" cy="180720"/>
            </p14:xfrm>
          </p:contentPart>
        </mc:Choice>
        <mc:Fallback xmlns="">
          <p:pic>
            <p:nvPicPr>
              <p:cNvPr id="40" name="Ink 39">
                <a:extLst>
                  <a:ext uri="{FF2B5EF4-FFF2-40B4-BE49-F238E27FC236}">
                    <a16:creationId xmlns:a16="http://schemas.microsoft.com/office/drawing/2014/main" id="{41CBD1E7-CBA5-227F-00C1-CA3509EBD71C}"/>
                  </a:ext>
                </a:extLst>
              </p:cNvPr>
              <p:cNvPicPr/>
              <p:nvPr/>
            </p:nvPicPr>
            <p:blipFill>
              <a:blip r:embed="rId58"/>
              <a:stretch>
                <a:fillRect/>
              </a:stretch>
            </p:blipFill>
            <p:spPr>
              <a:xfrm>
                <a:off x="7860885" y="1487157"/>
                <a:ext cx="1674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8AC43205-4BCD-29FC-36FE-E5B25C7D27C3}"/>
                  </a:ext>
                </a:extLst>
              </p14:cNvPr>
              <p14:cNvContentPartPr/>
              <p14:nvPr/>
            </p14:nvContentPartPr>
            <p14:xfrm>
              <a:off x="8089485" y="1342797"/>
              <a:ext cx="270360" cy="268560"/>
            </p14:xfrm>
          </p:contentPart>
        </mc:Choice>
        <mc:Fallback xmlns="">
          <p:pic>
            <p:nvPicPr>
              <p:cNvPr id="41" name="Ink 40">
                <a:extLst>
                  <a:ext uri="{FF2B5EF4-FFF2-40B4-BE49-F238E27FC236}">
                    <a16:creationId xmlns:a16="http://schemas.microsoft.com/office/drawing/2014/main" id="{8AC43205-4BCD-29FC-36FE-E5B25C7D27C3}"/>
                  </a:ext>
                </a:extLst>
              </p:cNvPr>
              <p:cNvPicPr/>
              <p:nvPr/>
            </p:nvPicPr>
            <p:blipFill>
              <a:blip r:embed="rId60"/>
              <a:stretch>
                <a:fillRect/>
              </a:stretch>
            </p:blipFill>
            <p:spPr>
              <a:xfrm>
                <a:off x="8080485" y="1333797"/>
                <a:ext cx="28800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9F67B7B9-6E8C-5014-D18D-F4175E274476}"/>
                  </a:ext>
                </a:extLst>
              </p14:cNvPr>
              <p14:cNvContentPartPr/>
              <p14:nvPr/>
            </p14:nvContentPartPr>
            <p14:xfrm>
              <a:off x="8568285" y="1460517"/>
              <a:ext cx="150840" cy="107640"/>
            </p14:xfrm>
          </p:contentPart>
        </mc:Choice>
        <mc:Fallback xmlns="">
          <p:pic>
            <p:nvPicPr>
              <p:cNvPr id="42" name="Ink 41">
                <a:extLst>
                  <a:ext uri="{FF2B5EF4-FFF2-40B4-BE49-F238E27FC236}">
                    <a16:creationId xmlns:a16="http://schemas.microsoft.com/office/drawing/2014/main" id="{9F67B7B9-6E8C-5014-D18D-F4175E274476}"/>
                  </a:ext>
                </a:extLst>
              </p:cNvPr>
              <p:cNvPicPr/>
              <p:nvPr/>
            </p:nvPicPr>
            <p:blipFill>
              <a:blip r:embed="rId62"/>
              <a:stretch>
                <a:fillRect/>
              </a:stretch>
            </p:blipFill>
            <p:spPr>
              <a:xfrm>
                <a:off x="8559285" y="1451517"/>
                <a:ext cx="1684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879AB503-986A-9F7F-7C90-B1320B2919FE}"/>
                  </a:ext>
                </a:extLst>
              </p14:cNvPr>
              <p14:cNvContentPartPr/>
              <p14:nvPr/>
            </p14:nvContentPartPr>
            <p14:xfrm>
              <a:off x="8740365" y="1087197"/>
              <a:ext cx="174600" cy="343080"/>
            </p14:xfrm>
          </p:contentPart>
        </mc:Choice>
        <mc:Fallback xmlns="">
          <p:pic>
            <p:nvPicPr>
              <p:cNvPr id="43" name="Ink 42">
                <a:extLst>
                  <a:ext uri="{FF2B5EF4-FFF2-40B4-BE49-F238E27FC236}">
                    <a16:creationId xmlns:a16="http://schemas.microsoft.com/office/drawing/2014/main" id="{879AB503-986A-9F7F-7C90-B1320B2919FE}"/>
                  </a:ext>
                </a:extLst>
              </p:cNvPr>
              <p:cNvPicPr/>
              <p:nvPr/>
            </p:nvPicPr>
            <p:blipFill>
              <a:blip r:embed="rId64"/>
              <a:stretch>
                <a:fillRect/>
              </a:stretch>
            </p:blipFill>
            <p:spPr>
              <a:xfrm>
                <a:off x="8731365" y="1078197"/>
                <a:ext cx="19224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E16B6AE7-1E5A-2713-ED5B-647B20C3602D}"/>
                  </a:ext>
                </a:extLst>
              </p14:cNvPr>
              <p14:cNvContentPartPr/>
              <p14:nvPr/>
            </p14:nvContentPartPr>
            <p14:xfrm>
              <a:off x="9703725" y="985677"/>
              <a:ext cx="516960" cy="426960"/>
            </p14:xfrm>
          </p:contentPart>
        </mc:Choice>
        <mc:Fallback xmlns="">
          <p:pic>
            <p:nvPicPr>
              <p:cNvPr id="44" name="Ink 43">
                <a:extLst>
                  <a:ext uri="{FF2B5EF4-FFF2-40B4-BE49-F238E27FC236}">
                    <a16:creationId xmlns:a16="http://schemas.microsoft.com/office/drawing/2014/main" id="{E16B6AE7-1E5A-2713-ED5B-647B20C3602D}"/>
                  </a:ext>
                </a:extLst>
              </p:cNvPr>
              <p:cNvPicPr/>
              <p:nvPr/>
            </p:nvPicPr>
            <p:blipFill>
              <a:blip r:embed="rId66"/>
              <a:stretch>
                <a:fillRect/>
              </a:stretch>
            </p:blipFill>
            <p:spPr>
              <a:xfrm>
                <a:off x="9695085" y="977037"/>
                <a:ext cx="534600" cy="4446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0" name="Ink 59">
                <a:extLst>
                  <a:ext uri="{FF2B5EF4-FFF2-40B4-BE49-F238E27FC236}">
                    <a16:creationId xmlns:a16="http://schemas.microsoft.com/office/drawing/2014/main" id="{030577B8-30FB-F45E-7101-5470F6D1DF2F}"/>
                  </a:ext>
                </a:extLst>
              </p14:cNvPr>
              <p14:cNvContentPartPr/>
              <p14:nvPr/>
            </p14:nvContentPartPr>
            <p14:xfrm>
              <a:off x="9415725" y="2413352"/>
              <a:ext cx="360" cy="360"/>
            </p14:xfrm>
          </p:contentPart>
        </mc:Choice>
        <mc:Fallback xmlns="">
          <p:pic>
            <p:nvPicPr>
              <p:cNvPr id="60" name="Ink 59">
                <a:extLst>
                  <a:ext uri="{FF2B5EF4-FFF2-40B4-BE49-F238E27FC236}">
                    <a16:creationId xmlns:a16="http://schemas.microsoft.com/office/drawing/2014/main" id="{030577B8-30FB-F45E-7101-5470F6D1DF2F}"/>
                  </a:ext>
                </a:extLst>
              </p:cNvPr>
              <p:cNvPicPr/>
              <p:nvPr/>
            </p:nvPicPr>
            <p:blipFill>
              <a:blip r:embed="rId68"/>
              <a:stretch>
                <a:fillRect/>
              </a:stretch>
            </p:blipFill>
            <p:spPr>
              <a:xfrm>
                <a:off x="9407085" y="2404712"/>
                <a:ext cx="18000" cy="18000"/>
              </a:xfrm>
              <a:prstGeom prst="rect">
                <a:avLst/>
              </a:prstGeom>
            </p:spPr>
          </p:pic>
        </mc:Fallback>
      </mc:AlternateContent>
      <p:grpSp>
        <p:nvGrpSpPr>
          <p:cNvPr id="63" name="Group 62">
            <a:extLst>
              <a:ext uri="{FF2B5EF4-FFF2-40B4-BE49-F238E27FC236}">
                <a16:creationId xmlns:a16="http://schemas.microsoft.com/office/drawing/2014/main" id="{507F1B6A-2BCF-AB8E-C4A3-D2B112E5D425}"/>
              </a:ext>
            </a:extLst>
          </p:cNvPr>
          <p:cNvGrpSpPr/>
          <p:nvPr/>
        </p:nvGrpSpPr>
        <p:grpSpPr>
          <a:xfrm>
            <a:off x="10264245" y="1161357"/>
            <a:ext cx="213480" cy="345960"/>
            <a:chOff x="10264245" y="1161357"/>
            <a:chExt cx="213480" cy="345960"/>
          </a:xfrm>
        </p:grpSpPr>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52E88A82-77AB-3C4C-B36C-F6A40AFAB4FB}"/>
                    </a:ext>
                  </a:extLst>
                </p14:cNvPr>
                <p14:cNvContentPartPr/>
                <p14:nvPr/>
              </p14:nvContentPartPr>
              <p14:xfrm>
                <a:off x="10264245" y="1161357"/>
                <a:ext cx="174960" cy="345960"/>
              </p14:xfrm>
            </p:contentPart>
          </mc:Choice>
          <mc:Fallback xmlns="">
            <p:pic>
              <p:nvPicPr>
                <p:cNvPr id="61" name="Ink 60">
                  <a:extLst>
                    <a:ext uri="{FF2B5EF4-FFF2-40B4-BE49-F238E27FC236}">
                      <a16:creationId xmlns:a16="http://schemas.microsoft.com/office/drawing/2014/main" id="{52E88A82-77AB-3C4C-B36C-F6A40AFAB4FB}"/>
                    </a:ext>
                  </a:extLst>
                </p:cNvPr>
                <p:cNvPicPr/>
                <p:nvPr/>
              </p:nvPicPr>
              <p:blipFill>
                <a:blip r:embed="rId70"/>
                <a:stretch>
                  <a:fillRect/>
                </a:stretch>
              </p:blipFill>
              <p:spPr>
                <a:xfrm>
                  <a:off x="10255245" y="1152717"/>
                  <a:ext cx="19260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F2381ABF-D4CB-1D94-62E3-FE79D31B7126}"/>
                    </a:ext>
                  </a:extLst>
                </p14:cNvPr>
                <p14:cNvContentPartPr/>
                <p14:nvPr/>
              </p14:nvContentPartPr>
              <p14:xfrm>
                <a:off x="10265685" y="1176477"/>
                <a:ext cx="212040" cy="251640"/>
              </p14:xfrm>
            </p:contentPart>
          </mc:Choice>
          <mc:Fallback xmlns="">
            <p:pic>
              <p:nvPicPr>
                <p:cNvPr id="62" name="Ink 61">
                  <a:extLst>
                    <a:ext uri="{FF2B5EF4-FFF2-40B4-BE49-F238E27FC236}">
                      <a16:creationId xmlns:a16="http://schemas.microsoft.com/office/drawing/2014/main" id="{F2381ABF-D4CB-1D94-62E3-FE79D31B7126}"/>
                    </a:ext>
                  </a:extLst>
                </p:cNvPr>
                <p:cNvPicPr/>
                <p:nvPr/>
              </p:nvPicPr>
              <p:blipFill>
                <a:blip r:embed="rId72"/>
                <a:stretch>
                  <a:fillRect/>
                </a:stretch>
              </p:blipFill>
              <p:spPr>
                <a:xfrm>
                  <a:off x="10257045" y="1167477"/>
                  <a:ext cx="229680" cy="269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3">
            <p14:nvContentPartPr>
              <p14:cNvPr id="64" name="Ink 63">
                <a:extLst>
                  <a:ext uri="{FF2B5EF4-FFF2-40B4-BE49-F238E27FC236}">
                    <a16:creationId xmlns:a16="http://schemas.microsoft.com/office/drawing/2014/main" id="{952D1B89-BC4C-20D2-7D97-AE4906A0AA4B}"/>
                  </a:ext>
                </a:extLst>
              </p14:cNvPr>
              <p14:cNvContentPartPr/>
              <p14:nvPr/>
            </p14:nvContentPartPr>
            <p14:xfrm>
              <a:off x="5970165" y="1051472"/>
              <a:ext cx="458640" cy="2927520"/>
            </p14:xfrm>
          </p:contentPart>
        </mc:Choice>
        <mc:Fallback xmlns="">
          <p:pic>
            <p:nvPicPr>
              <p:cNvPr id="64" name="Ink 63">
                <a:extLst>
                  <a:ext uri="{FF2B5EF4-FFF2-40B4-BE49-F238E27FC236}">
                    <a16:creationId xmlns:a16="http://schemas.microsoft.com/office/drawing/2014/main" id="{952D1B89-BC4C-20D2-7D97-AE4906A0AA4B}"/>
                  </a:ext>
                </a:extLst>
              </p:cNvPr>
              <p:cNvPicPr/>
              <p:nvPr/>
            </p:nvPicPr>
            <p:blipFill>
              <a:blip r:embed="rId74"/>
              <a:stretch>
                <a:fillRect/>
              </a:stretch>
            </p:blipFill>
            <p:spPr>
              <a:xfrm>
                <a:off x="5961165" y="1042832"/>
                <a:ext cx="476280" cy="29451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5" name="Ink 64">
                <a:extLst>
                  <a:ext uri="{FF2B5EF4-FFF2-40B4-BE49-F238E27FC236}">
                    <a16:creationId xmlns:a16="http://schemas.microsoft.com/office/drawing/2014/main" id="{A2249903-0F04-AB37-7228-18621210CB89}"/>
                  </a:ext>
                </a:extLst>
              </p14:cNvPr>
              <p14:cNvContentPartPr/>
              <p14:nvPr/>
            </p14:nvContentPartPr>
            <p14:xfrm>
              <a:off x="5964045" y="3569312"/>
              <a:ext cx="1378800" cy="434520"/>
            </p14:xfrm>
          </p:contentPart>
        </mc:Choice>
        <mc:Fallback xmlns="">
          <p:pic>
            <p:nvPicPr>
              <p:cNvPr id="65" name="Ink 64">
                <a:extLst>
                  <a:ext uri="{FF2B5EF4-FFF2-40B4-BE49-F238E27FC236}">
                    <a16:creationId xmlns:a16="http://schemas.microsoft.com/office/drawing/2014/main" id="{A2249903-0F04-AB37-7228-18621210CB89}"/>
                  </a:ext>
                </a:extLst>
              </p:cNvPr>
              <p:cNvPicPr/>
              <p:nvPr/>
            </p:nvPicPr>
            <p:blipFill>
              <a:blip r:embed="rId76"/>
              <a:stretch>
                <a:fillRect/>
              </a:stretch>
            </p:blipFill>
            <p:spPr>
              <a:xfrm>
                <a:off x="5955405" y="3560312"/>
                <a:ext cx="1396440" cy="452160"/>
              </a:xfrm>
              <a:prstGeom prst="rect">
                <a:avLst/>
              </a:prstGeom>
            </p:spPr>
          </p:pic>
        </mc:Fallback>
      </mc:AlternateContent>
      <p:grpSp>
        <p:nvGrpSpPr>
          <p:cNvPr id="73" name="Group 72">
            <a:extLst>
              <a:ext uri="{FF2B5EF4-FFF2-40B4-BE49-F238E27FC236}">
                <a16:creationId xmlns:a16="http://schemas.microsoft.com/office/drawing/2014/main" id="{60E79BBA-660C-D635-9B36-04B631D4751C}"/>
              </a:ext>
            </a:extLst>
          </p:cNvPr>
          <p:cNvGrpSpPr/>
          <p:nvPr/>
        </p:nvGrpSpPr>
        <p:grpSpPr>
          <a:xfrm>
            <a:off x="9629925" y="2141552"/>
            <a:ext cx="1337400" cy="489960"/>
            <a:chOff x="9629925" y="2141552"/>
            <a:chExt cx="1337400" cy="489960"/>
          </a:xfrm>
        </p:grpSpPr>
        <mc:AlternateContent xmlns:mc="http://schemas.openxmlformats.org/markup-compatibility/2006" xmlns:p14="http://schemas.microsoft.com/office/powerpoint/2010/main">
          <mc:Choice Requires="p14">
            <p:contentPart p14:bwMode="auto" r:id="rId77">
              <p14:nvContentPartPr>
                <p14:cNvPr id="69" name="Ink 68">
                  <a:extLst>
                    <a:ext uri="{FF2B5EF4-FFF2-40B4-BE49-F238E27FC236}">
                      <a16:creationId xmlns:a16="http://schemas.microsoft.com/office/drawing/2014/main" id="{41CDEB29-8665-933A-AB49-3D0A0B2F9183}"/>
                    </a:ext>
                  </a:extLst>
                </p14:cNvPr>
                <p14:cNvContentPartPr/>
                <p14:nvPr/>
              </p14:nvContentPartPr>
              <p14:xfrm>
                <a:off x="9629925" y="2331632"/>
                <a:ext cx="447120" cy="299880"/>
              </p14:xfrm>
            </p:contentPart>
          </mc:Choice>
          <mc:Fallback xmlns="">
            <p:pic>
              <p:nvPicPr>
                <p:cNvPr id="69" name="Ink 68">
                  <a:extLst>
                    <a:ext uri="{FF2B5EF4-FFF2-40B4-BE49-F238E27FC236}">
                      <a16:creationId xmlns:a16="http://schemas.microsoft.com/office/drawing/2014/main" id="{41CDEB29-8665-933A-AB49-3D0A0B2F9183}"/>
                    </a:ext>
                  </a:extLst>
                </p:cNvPr>
                <p:cNvPicPr/>
                <p:nvPr/>
              </p:nvPicPr>
              <p:blipFill>
                <a:blip r:embed="rId78"/>
                <a:stretch>
                  <a:fillRect/>
                </a:stretch>
              </p:blipFill>
              <p:spPr>
                <a:xfrm>
                  <a:off x="9621285" y="2322992"/>
                  <a:ext cx="46476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0" name="Ink 69">
                  <a:extLst>
                    <a:ext uri="{FF2B5EF4-FFF2-40B4-BE49-F238E27FC236}">
                      <a16:creationId xmlns:a16="http://schemas.microsoft.com/office/drawing/2014/main" id="{83665BC0-089C-D5F4-02EC-1572AC581269}"/>
                    </a:ext>
                  </a:extLst>
                </p14:cNvPr>
                <p14:cNvContentPartPr/>
                <p14:nvPr/>
              </p14:nvContentPartPr>
              <p14:xfrm>
                <a:off x="10189005" y="2141552"/>
                <a:ext cx="264960" cy="402120"/>
              </p14:xfrm>
            </p:contentPart>
          </mc:Choice>
          <mc:Fallback xmlns="">
            <p:pic>
              <p:nvPicPr>
                <p:cNvPr id="70" name="Ink 69">
                  <a:extLst>
                    <a:ext uri="{FF2B5EF4-FFF2-40B4-BE49-F238E27FC236}">
                      <a16:creationId xmlns:a16="http://schemas.microsoft.com/office/drawing/2014/main" id="{83665BC0-089C-D5F4-02EC-1572AC581269}"/>
                    </a:ext>
                  </a:extLst>
                </p:cNvPr>
                <p:cNvPicPr/>
                <p:nvPr/>
              </p:nvPicPr>
              <p:blipFill>
                <a:blip r:embed="rId80"/>
                <a:stretch>
                  <a:fillRect/>
                </a:stretch>
              </p:blipFill>
              <p:spPr>
                <a:xfrm>
                  <a:off x="10180005" y="2132912"/>
                  <a:ext cx="28260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1" name="Ink 70">
                  <a:extLst>
                    <a:ext uri="{FF2B5EF4-FFF2-40B4-BE49-F238E27FC236}">
                      <a16:creationId xmlns:a16="http://schemas.microsoft.com/office/drawing/2014/main" id="{10B3CD22-4B70-6CB6-E5F4-DAB9127BCB50}"/>
                    </a:ext>
                  </a:extLst>
                </p14:cNvPr>
                <p14:cNvContentPartPr/>
                <p14:nvPr/>
              </p14:nvContentPartPr>
              <p14:xfrm>
                <a:off x="10576725" y="2231912"/>
                <a:ext cx="260640" cy="371520"/>
              </p14:xfrm>
            </p:contentPart>
          </mc:Choice>
          <mc:Fallback xmlns="">
            <p:pic>
              <p:nvPicPr>
                <p:cNvPr id="71" name="Ink 70">
                  <a:extLst>
                    <a:ext uri="{FF2B5EF4-FFF2-40B4-BE49-F238E27FC236}">
                      <a16:creationId xmlns:a16="http://schemas.microsoft.com/office/drawing/2014/main" id="{10B3CD22-4B70-6CB6-E5F4-DAB9127BCB50}"/>
                    </a:ext>
                  </a:extLst>
                </p:cNvPr>
                <p:cNvPicPr/>
                <p:nvPr/>
              </p:nvPicPr>
              <p:blipFill>
                <a:blip r:embed="rId82"/>
                <a:stretch>
                  <a:fillRect/>
                </a:stretch>
              </p:blipFill>
              <p:spPr>
                <a:xfrm>
                  <a:off x="10568085" y="2222912"/>
                  <a:ext cx="2782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2" name="Ink 71">
                  <a:extLst>
                    <a:ext uri="{FF2B5EF4-FFF2-40B4-BE49-F238E27FC236}">
                      <a16:creationId xmlns:a16="http://schemas.microsoft.com/office/drawing/2014/main" id="{74360D19-5F9B-B1CC-EF60-8311CDB0C832}"/>
                    </a:ext>
                  </a:extLst>
                </p14:cNvPr>
                <p14:cNvContentPartPr/>
                <p14:nvPr/>
              </p14:nvContentPartPr>
              <p14:xfrm>
                <a:off x="10822245" y="2213912"/>
                <a:ext cx="145080" cy="209520"/>
              </p14:xfrm>
            </p:contentPart>
          </mc:Choice>
          <mc:Fallback xmlns="">
            <p:pic>
              <p:nvPicPr>
                <p:cNvPr id="72" name="Ink 71">
                  <a:extLst>
                    <a:ext uri="{FF2B5EF4-FFF2-40B4-BE49-F238E27FC236}">
                      <a16:creationId xmlns:a16="http://schemas.microsoft.com/office/drawing/2014/main" id="{74360D19-5F9B-B1CC-EF60-8311CDB0C832}"/>
                    </a:ext>
                  </a:extLst>
                </p:cNvPr>
                <p:cNvPicPr/>
                <p:nvPr/>
              </p:nvPicPr>
              <p:blipFill>
                <a:blip r:embed="rId84"/>
                <a:stretch>
                  <a:fillRect/>
                </a:stretch>
              </p:blipFill>
              <p:spPr>
                <a:xfrm>
                  <a:off x="10813605" y="2204912"/>
                  <a:ext cx="162720" cy="227160"/>
                </a:xfrm>
                <a:prstGeom prst="rect">
                  <a:avLst/>
                </a:prstGeom>
              </p:spPr>
            </p:pic>
          </mc:Fallback>
        </mc:AlternateContent>
      </p:grpSp>
      <p:grpSp>
        <p:nvGrpSpPr>
          <p:cNvPr id="87" name="Group 86">
            <a:extLst>
              <a:ext uri="{FF2B5EF4-FFF2-40B4-BE49-F238E27FC236}">
                <a16:creationId xmlns:a16="http://schemas.microsoft.com/office/drawing/2014/main" id="{4E4344DC-3926-7446-4B2B-C129B01F96C9}"/>
              </a:ext>
            </a:extLst>
          </p:cNvPr>
          <p:cNvGrpSpPr/>
          <p:nvPr/>
        </p:nvGrpSpPr>
        <p:grpSpPr>
          <a:xfrm>
            <a:off x="4192845" y="2754992"/>
            <a:ext cx="3837240" cy="3035160"/>
            <a:chOff x="4192845" y="2754992"/>
            <a:chExt cx="3837240" cy="3035160"/>
          </a:xfrm>
        </p:grpSpPr>
        <mc:AlternateContent xmlns:mc="http://schemas.openxmlformats.org/markup-compatibility/2006" xmlns:p14="http://schemas.microsoft.com/office/powerpoint/2010/main">
          <mc:Choice Requires="p14">
            <p:contentPart p14:bwMode="auto" r:id="rId85">
              <p14:nvContentPartPr>
                <p14:cNvPr id="66" name="Ink 65">
                  <a:extLst>
                    <a:ext uri="{FF2B5EF4-FFF2-40B4-BE49-F238E27FC236}">
                      <a16:creationId xmlns:a16="http://schemas.microsoft.com/office/drawing/2014/main" id="{6D6C823D-058D-F2CA-6B7A-613107B9CD77}"/>
                    </a:ext>
                  </a:extLst>
                </p14:cNvPr>
                <p14:cNvContentPartPr/>
                <p14:nvPr/>
              </p14:nvContentPartPr>
              <p14:xfrm>
                <a:off x="5980605" y="3582992"/>
                <a:ext cx="267120" cy="310320"/>
              </p14:xfrm>
            </p:contentPart>
          </mc:Choice>
          <mc:Fallback xmlns="">
            <p:pic>
              <p:nvPicPr>
                <p:cNvPr id="66" name="Ink 65">
                  <a:extLst>
                    <a:ext uri="{FF2B5EF4-FFF2-40B4-BE49-F238E27FC236}">
                      <a16:creationId xmlns:a16="http://schemas.microsoft.com/office/drawing/2014/main" id="{6D6C823D-058D-F2CA-6B7A-613107B9CD77}"/>
                    </a:ext>
                  </a:extLst>
                </p:cNvPr>
                <p:cNvPicPr/>
                <p:nvPr/>
              </p:nvPicPr>
              <p:blipFill>
                <a:blip r:embed="rId86"/>
                <a:stretch>
                  <a:fillRect/>
                </a:stretch>
              </p:blipFill>
              <p:spPr>
                <a:xfrm>
                  <a:off x="5971965" y="3573992"/>
                  <a:ext cx="28476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7" name="Ink 66">
                  <a:extLst>
                    <a:ext uri="{FF2B5EF4-FFF2-40B4-BE49-F238E27FC236}">
                      <a16:creationId xmlns:a16="http://schemas.microsoft.com/office/drawing/2014/main" id="{BB33358F-744C-74E7-9F0B-A4D93A3087BE}"/>
                    </a:ext>
                  </a:extLst>
                </p14:cNvPr>
                <p14:cNvContentPartPr/>
                <p14:nvPr/>
              </p14:nvContentPartPr>
              <p14:xfrm>
                <a:off x="6452205" y="3301832"/>
                <a:ext cx="189360" cy="293040"/>
              </p14:xfrm>
            </p:contentPart>
          </mc:Choice>
          <mc:Fallback xmlns="">
            <p:pic>
              <p:nvPicPr>
                <p:cNvPr id="67" name="Ink 66">
                  <a:extLst>
                    <a:ext uri="{FF2B5EF4-FFF2-40B4-BE49-F238E27FC236}">
                      <a16:creationId xmlns:a16="http://schemas.microsoft.com/office/drawing/2014/main" id="{BB33358F-744C-74E7-9F0B-A4D93A3087BE}"/>
                    </a:ext>
                  </a:extLst>
                </p:cNvPr>
                <p:cNvPicPr/>
                <p:nvPr/>
              </p:nvPicPr>
              <p:blipFill>
                <a:blip r:embed="rId88"/>
                <a:stretch>
                  <a:fillRect/>
                </a:stretch>
              </p:blipFill>
              <p:spPr>
                <a:xfrm>
                  <a:off x="6443205" y="3292832"/>
                  <a:ext cx="20700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4" name="Ink 73">
                  <a:extLst>
                    <a:ext uri="{FF2B5EF4-FFF2-40B4-BE49-F238E27FC236}">
                      <a16:creationId xmlns:a16="http://schemas.microsoft.com/office/drawing/2014/main" id="{4B07D20B-A441-0D6C-A618-74D8C17BDE36}"/>
                    </a:ext>
                  </a:extLst>
                </p14:cNvPr>
                <p14:cNvContentPartPr/>
                <p14:nvPr/>
              </p14:nvContentPartPr>
              <p14:xfrm>
                <a:off x="4259085" y="3113912"/>
                <a:ext cx="2793240" cy="2312280"/>
              </p14:xfrm>
            </p:contentPart>
          </mc:Choice>
          <mc:Fallback xmlns="">
            <p:pic>
              <p:nvPicPr>
                <p:cNvPr id="74" name="Ink 73">
                  <a:extLst>
                    <a:ext uri="{FF2B5EF4-FFF2-40B4-BE49-F238E27FC236}">
                      <a16:creationId xmlns:a16="http://schemas.microsoft.com/office/drawing/2014/main" id="{4B07D20B-A441-0D6C-A618-74D8C17BDE36}"/>
                    </a:ext>
                  </a:extLst>
                </p:cNvPr>
                <p:cNvPicPr/>
                <p:nvPr/>
              </p:nvPicPr>
              <p:blipFill>
                <a:blip r:embed="rId90"/>
                <a:stretch>
                  <a:fillRect/>
                </a:stretch>
              </p:blipFill>
              <p:spPr>
                <a:xfrm>
                  <a:off x="4250085" y="3104912"/>
                  <a:ext cx="2810880" cy="23299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6" name="Ink 75">
                  <a:extLst>
                    <a:ext uri="{FF2B5EF4-FFF2-40B4-BE49-F238E27FC236}">
                      <a16:creationId xmlns:a16="http://schemas.microsoft.com/office/drawing/2014/main" id="{BC5542BE-91FA-FEB9-F1A0-C5A42DA955EC}"/>
                    </a:ext>
                  </a:extLst>
                </p14:cNvPr>
                <p14:cNvContentPartPr/>
                <p14:nvPr/>
              </p14:nvContentPartPr>
              <p14:xfrm>
                <a:off x="4192845" y="2754992"/>
                <a:ext cx="3109680" cy="2606760"/>
              </p14:xfrm>
            </p:contentPart>
          </mc:Choice>
          <mc:Fallback xmlns="">
            <p:pic>
              <p:nvPicPr>
                <p:cNvPr id="76" name="Ink 75">
                  <a:extLst>
                    <a:ext uri="{FF2B5EF4-FFF2-40B4-BE49-F238E27FC236}">
                      <a16:creationId xmlns:a16="http://schemas.microsoft.com/office/drawing/2014/main" id="{BC5542BE-91FA-FEB9-F1A0-C5A42DA955EC}"/>
                    </a:ext>
                  </a:extLst>
                </p:cNvPr>
                <p:cNvPicPr/>
                <p:nvPr/>
              </p:nvPicPr>
              <p:blipFill>
                <a:blip r:embed="rId92"/>
                <a:stretch>
                  <a:fillRect/>
                </a:stretch>
              </p:blipFill>
              <p:spPr>
                <a:xfrm>
                  <a:off x="4184205" y="2745992"/>
                  <a:ext cx="3127320" cy="26244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7" name="Ink 76">
                  <a:extLst>
                    <a:ext uri="{FF2B5EF4-FFF2-40B4-BE49-F238E27FC236}">
                      <a16:creationId xmlns:a16="http://schemas.microsoft.com/office/drawing/2014/main" id="{987BB518-5EBD-EF56-EA98-AD3E4205B0A6}"/>
                    </a:ext>
                  </a:extLst>
                </p14:cNvPr>
                <p14:cNvContentPartPr/>
                <p14:nvPr/>
              </p14:nvContentPartPr>
              <p14:xfrm>
                <a:off x="6680445" y="4851992"/>
                <a:ext cx="1122480" cy="938160"/>
              </p14:xfrm>
            </p:contentPart>
          </mc:Choice>
          <mc:Fallback xmlns="">
            <p:pic>
              <p:nvPicPr>
                <p:cNvPr id="77" name="Ink 76">
                  <a:extLst>
                    <a:ext uri="{FF2B5EF4-FFF2-40B4-BE49-F238E27FC236}">
                      <a16:creationId xmlns:a16="http://schemas.microsoft.com/office/drawing/2014/main" id="{987BB518-5EBD-EF56-EA98-AD3E4205B0A6}"/>
                    </a:ext>
                  </a:extLst>
                </p:cNvPr>
                <p:cNvPicPr/>
                <p:nvPr/>
              </p:nvPicPr>
              <p:blipFill>
                <a:blip r:embed="rId94"/>
                <a:stretch>
                  <a:fillRect/>
                </a:stretch>
              </p:blipFill>
              <p:spPr>
                <a:xfrm>
                  <a:off x="6671805" y="4842992"/>
                  <a:ext cx="1140120" cy="955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8" name="Ink 77">
                  <a:extLst>
                    <a:ext uri="{FF2B5EF4-FFF2-40B4-BE49-F238E27FC236}">
                      <a16:creationId xmlns:a16="http://schemas.microsoft.com/office/drawing/2014/main" id="{B793467E-B9CE-E012-101D-009993DCEC1F}"/>
                    </a:ext>
                  </a:extLst>
                </p14:cNvPr>
                <p14:cNvContentPartPr/>
                <p14:nvPr/>
              </p14:nvContentPartPr>
              <p14:xfrm>
                <a:off x="5953245" y="4122272"/>
                <a:ext cx="834840" cy="837000"/>
              </p14:xfrm>
            </p:contentPart>
          </mc:Choice>
          <mc:Fallback xmlns="">
            <p:pic>
              <p:nvPicPr>
                <p:cNvPr id="78" name="Ink 77">
                  <a:extLst>
                    <a:ext uri="{FF2B5EF4-FFF2-40B4-BE49-F238E27FC236}">
                      <a16:creationId xmlns:a16="http://schemas.microsoft.com/office/drawing/2014/main" id="{B793467E-B9CE-E012-101D-009993DCEC1F}"/>
                    </a:ext>
                  </a:extLst>
                </p:cNvPr>
                <p:cNvPicPr/>
                <p:nvPr/>
              </p:nvPicPr>
              <p:blipFill>
                <a:blip r:embed="rId96"/>
                <a:stretch>
                  <a:fillRect/>
                </a:stretch>
              </p:blipFill>
              <p:spPr>
                <a:xfrm>
                  <a:off x="5944605" y="4113272"/>
                  <a:ext cx="852480" cy="8546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0" name="Ink 79">
                  <a:extLst>
                    <a:ext uri="{FF2B5EF4-FFF2-40B4-BE49-F238E27FC236}">
                      <a16:creationId xmlns:a16="http://schemas.microsoft.com/office/drawing/2014/main" id="{0BB94B5B-DDFE-E3AD-7A76-B0B22B21CC52}"/>
                    </a:ext>
                  </a:extLst>
                </p14:cNvPr>
                <p14:cNvContentPartPr/>
                <p14:nvPr/>
              </p14:nvContentPartPr>
              <p14:xfrm>
                <a:off x="6087525" y="2933192"/>
                <a:ext cx="1349280" cy="2109960"/>
              </p14:xfrm>
            </p:contentPart>
          </mc:Choice>
          <mc:Fallback xmlns="">
            <p:pic>
              <p:nvPicPr>
                <p:cNvPr id="80" name="Ink 79">
                  <a:extLst>
                    <a:ext uri="{FF2B5EF4-FFF2-40B4-BE49-F238E27FC236}">
                      <a16:creationId xmlns:a16="http://schemas.microsoft.com/office/drawing/2014/main" id="{0BB94B5B-DDFE-E3AD-7A76-B0B22B21CC52}"/>
                    </a:ext>
                  </a:extLst>
                </p:cNvPr>
                <p:cNvPicPr/>
                <p:nvPr/>
              </p:nvPicPr>
              <p:blipFill>
                <a:blip r:embed="rId98"/>
                <a:stretch>
                  <a:fillRect/>
                </a:stretch>
              </p:blipFill>
              <p:spPr>
                <a:xfrm>
                  <a:off x="6078885" y="2924192"/>
                  <a:ext cx="1366920" cy="2127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1" name="Ink 80">
                  <a:extLst>
                    <a:ext uri="{FF2B5EF4-FFF2-40B4-BE49-F238E27FC236}">
                      <a16:creationId xmlns:a16="http://schemas.microsoft.com/office/drawing/2014/main" id="{1DF9A154-3EE4-7E3B-3A7C-EFE431D3CE42}"/>
                    </a:ext>
                  </a:extLst>
                </p14:cNvPr>
                <p14:cNvContentPartPr/>
                <p14:nvPr/>
              </p14:nvContentPartPr>
              <p14:xfrm>
                <a:off x="7636245" y="3088352"/>
                <a:ext cx="393840" cy="712800"/>
              </p14:xfrm>
            </p:contentPart>
          </mc:Choice>
          <mc:Fallback xmlns="">
            <p:pic>
              <p:nvPicPr>
                <p:cNvPr id="81" name="Ink 80">
                  <a:extLst>
                    <a:ext uri="{FF2B5EF4-FFF2-40B4-BE49-F238E27FC236}">
                      <a16:creationId xmlns:a16="http://schemas.microsoft.com/office/drawing/2014/main" id="{1DF9A154-3EE4-7E3B-3A7C-EFE431D3CE42}"/>
                    </a:ext>
                  </a:extLst>
                </p:cNvPr>
                <p:cNvPicPr/>
                <p:nvPr/>
              </p:nvPicPr>
              <p:blipFill>
                <a:blip r:embed="rId100"/>
                <a:stretch>
                  <a:fillRect/>
                </a:stretch>
              </p:blipFill>
              <p:spPr>
                <a:xfrm>
                  <a:off x="7627605" y="3079352"/>
                  <a:ext cx="411480" cy="730440"/>
                </a:xfrm>
                <a:prstGeom prst="rect">
                  <a:avLst/>
                </a:prstGeom>
              </p:spPr>
            </p:pic>
          </mc:Fallback>
        </mc:AlternateContent>
      </p:grpSp>
      <p:grpSp>
        <p:nvGrpSpPr>
          <p:cNvPr id="86" name="Group 85">
            <a:extLst>
              <a:ext uri="{FF2B5EF4-FFF2-40B4-BE49-F238E27FC236}">
                <a16:creationId xmlns:a16="http://schemas.microsoft.com/office/drawing/2014/main" id="{05392722-7406-C8E5-3872-A8CE782071AE}"/>
              </a:ext>
            </a:extLst>
          </p:cNvPr>
          <p:cNvGrpSpPr/>
          <p:nvPr/>
        </p:nvGrpSpPr>
        <p:grpSpPr>
          <a:xfrm>
            <a:off x="10721445" y="4015352"/>
            <a:ext cx="1236960" cy="1024920"/>
            <a:chOff x="10721445" y="4015352"/>
            <a:chExt cx="1236960" cy="1024920"/>
          </a:xfrm>
        </p:grpSpPr>
        <mc:AlternateContent xmlns:mc="http://schemas.openxmlformats.org/markup-compatibility/2006" xmlns:p14="http://schemas.microsoft.com/office/powerpoint/2010/main">
          <mc:Choice Requires="p14">
            <p:contentPart p14:bwMode="auto" r:id="rId101">
              <p14:nvContentPartPr>
                <p14:cNvPr id="82" name="Ink 81">
                  <a:extLst>
                    <a:ext uri="{FF2B5EF4-FFF2-40B4-BE49-F238E27FC236}">
                      <a16:creationId xmlns:a16="http://schemas.microsoft.com/office/drawing/2014/main" id="{5B57FB16-5FA6-2B4B-63B0-573F0DA83E2E}"/>
                    </a:ext>
                  </a:extLst>
                </p14:cNvPr>
                <p14:cNvContentPartPr/>
                <p14:nvPr/>
              </p14:nvContentPartPr>
              <p14:xfrm>
                <a:off x="10721445" y="4396592"/>
                <a:ext cx="336240" cy="643680"/>
              </p14:xfrm>
            </p:contentPart>
          </mc:Choice>
          <mc:Fallback xmlns="">
            <p:pic>
              <p:nvPicPr>
                <p:cNvPr id="82" name="Ink 81">
                  <a:extLst>
                    <a:ext uri="{FF2B5EF4-FFF2-40B4-BE49-F238E27FC236}">
                      <a16:creationId xmlns:a16="http://schemas.microsoft.com/office/drawing/2014/main" id="{5B57FB16-5FA6-2B4B-63B0-573F0DA83E2E}"/>
                    </a:ext>
                  </a:extLst>
                </p:cNvPr>
                <p:cNvPicPr/>
                <p:nvPr/>
              </p:nvPicPr>
              <p:blipFill>
                <a:blip r:embed="rId102"/>
                <a:stretch>
                  <a:fillRect/>
                </a:stretch>
              </p:blipFill>
              <p:spPr>
                <a:xfrm>
                  <a:off x="10712805" y="4387592"/>
                  <a:ext cx="353880" cy="661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3" name="Ink 82">
                  <a:extLst>
                    <a:ext uri="{FF2B5EF4-FFF2-40B4-BE49-F238E27FC236}">
                      <a16:creationId xmlns:a16="http://schemas.microsoft.com/office/drawing/2014/main" id="{83870F3F-4488-6538-7171-9ACF364A0CA3}"/>
                    </a:ext>
                  </a:extLst>
                </p14:cNvPr>
                <p14:cNvContentPartPr/>
                <p14:nvPr/>
              </p14:nvContentPartPr>
              <p14:xfrm>
                <a:off x="10939605" y="4332872"/>
                <a:ext cx="474480" cy="411840"/>
              </p14:xfrm>
            </p:contentPart>
          </mc:Choice>
          <mc:Fallback xmlns="">
            <p:pic>
              <p:nvPicPr>
                <p:cNvPr id="83" name="Ink 82">
                  <a:extLst>
                    <a:ext uri="{FF2B5EF4-FFF2-40B4-BE49-F238E27FC236}">
                      <a16:creationId xmlns:a16="http://schemas.microsoft.com/office/drawing/2014/main" id="{83870F3F-4488-6538-7171-9ACF364A0CA3}"/>
                    </a:ext>
                  </a:extLst>
                </p:cNvPr>
                <p:cNvPicPr/>
                <p:nvPr/>
              </p:nvPicPr>
              <p:blipFill>
                <a:blip r:embed="rId104"/>
                <a:stretch>
                  <a:fillRect/>
                </a:stretch>
              </p:blipFill>
              <p:spPr>
                <a:xfrm>
                  <a:off x="10930965" y="4323872"/>
                  <a:ext cx="49212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4" name="Ink 83">
                  <a:extLst>
                    <a:ext uri="{FF2B5EF4-FFF2-40B4-BE49-F238E27FC236}">
                      <a16:creationId xmlns:a16="http://schemas.microsoft.com/office/drawing/2014/main" id="{52C65694-18C1-EE93-0273-B1842EB085ED}"/>
                    </a:ext>
                  </a:extLst>
                </p14:cNvPr>
                <p14:cNvContentPartPr/>
                <p14:nvPr/>
              </p14:nvContentPartPr>
              <p14:xfrm>
                <a:off x="11437485" y="4102112"/>
                <a:ext cx="342720" cy="435960"/>
              </p14:xfrm>
            </p:contentPart>
          </mc:Choice>
          <mc:Fallback xmlns="">
            <p:pic>
              <p:nvPicPr>
                <p:cNvPr id="84" name="Ink 83">
                  <a:extLst>
                    <a:ext uri="{FF2B5EF4-FFF2-40B4-BE49-F238E27FC236}">
                      <a16:creationId xmlns:a16="http://schemas.microsoft.com/office/drawing/2014/main" id="{52C65694-18C1-EE93-0273-B1842EB085ED}"/>
                    </a:ext>
                  </a:extLst>
                </p:cNvPr>
                <p:cNvPicPr/>
                <p:nvPr/>
              </p:nvPicPr>
              <p:blipFill>
                <a:blip r:embed="rId106"/>
                <a:stretch>
                  <a:fillRect/>
                </a:stretch>
              </p:blipFill>
              <p:spPr>
                <a:xfrm>
                  <a:off x="11428485" y="4093112"/>
                  <a:ext cx="36036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5" name="Ink 84">
                  <a:extLst>
                    <a:ext uri="{FF2B5EF4-FFF2-40B4-BE49-F238E27FC236}">
                      <a16:creationId xmlns:a16="http://schemas.microsoft.com/office/drawing/2014/main" id="{56C46BC0-8C08-33E6-6961-0B83574F12E2}"/>
                    </a:ext>
                  </a:extLst>
                </p14:cNvPr>
                <p14:cNvContentPartPr/>
                <p14:nvPr/>
              </p14:nvContentPartPr>
              <p14:xfrm>
                <a:off x="11737005" y="4015352"/>
                <a:ext cx="221400" cy="238680"/>
              </p14:xfrm>
            </p:contentPart>
          </mc:Choice>
          <mc:Fallback xmlns="">
            <p:pic>
              <p:nvPicPr>
                <p:cNvPr id="85" name="Ink 84">
                  <a:extLst>
                    <a:ext uri="{FF2B5EF4-FFF2-40B4-BE49-F238E27FC236}">
                      <a16:creationId xmlns:a16="http://schemas.microsoft.com/office/drawing/2014/main" id="{56C46BC0-8C08-33E6-6961-0B83574F12E2}"/>
                    </a:ext>
                  </a:extLst>
                </p:cNvPr>
                <p:cNvPicPr/>
                <p:nvPr/>
              </p:nvPicPr>
              <p:blipFill>
                <a:blip r:embed="rId108"/>
                <a:stretch>
                  <a:fillRect/>
                </a:stretch>
              </p:blipFill>
              <p:spPr>
                <a:xfrm>
                  <a:off x="11728005" y="4006712"/>
                  <a:ext cx="239040" cy="256320"/>
                </a:xfrm>
                <a:prstGeom prst="rect">
                  <a:avLst/>
                </a:prstGeom>
              </p:spPr>
            </p:pic>
          </mc:Fallback>
        </mc:AlternateContent>
      </p:grpSp>
    </p:spTree>
    <p:extLst>
      <p:ext uri="{BB962C8B-B14F-4D97-AF65-F5344CB8AC3E}">
        <p14:creationId xmlns:p14="http://schemas.microsoft.com/office/powerpoint/2010/main" val="883438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0EEA-FCEF-45E9-96C6-D35445EA5C9C}"/>
              </a:ext>
            </a:extLst>
          </p:cNvPr>
          <p:cNvSpPr>
            <a:spLocks noGrp="1"/>
          </p:cNvSpPr>
          <p:nvPr>
            <p:ph type="title"/>
          </p:nvPr>
        </p:nvSpPr>
        <p:spPr/>
        <p:txBody>
          <a:bodyPr/>
          <a:lstStyle/>
          <a:p>
            <a:r>
              <a:rPr lang="en-US" dirty="0"/>
              <a:t>Dot product</a:t>
            </a:r>
            <a:endParaRPr lang="tr-TR" dirty="0"/>
          </a:p>
        </p:txBody>
      </p:sp>
      <p:sp>
        <p:nvSpPr>
          <p:cNvPr id="3" name="Content Placeholder 2">
            <a:extLst>
              <a:ext uri="{FF2B5EF4-FFF2-40B4-BE49-F238E27FC236}">
                <a16:creationId xmlns:a16="http://schemas.microsoft.com/office/drawing/2014/main" id="{BB77E600-6BB3-4B64-B299-61B7394C92BB}"/>
              </a:ext>
            </a:extLst>
          </p:cNvPr>
          <p:cNvSpPr>
            <a:spLocks noGrp="1"/>
          </p:cNvSpPr>
          <p:nvPr>
            <p:ph idx="1"/>
          </p:nvPr>
        </p:nvSpPr>
        <p:spPr>
          <a:xfrm>
            <a:off x="319789" y="1424605"/>
            <a:ext cx="8335012" cy="928292"/>
          </a:xfrm>
        </p:spPr>
        <p:style>
          <a:lnRef idx="0">
            <a:schemeClr val="accent5"/>
          </a:lnRef>
          <a:fillRef idx="3">
            <a:schemeClr val="accent5"/>
          </a:fillRef>
          <a:effectRef idx="3">
            <a:schemeClr val="accent5"/>
          </a:effectRef>
          <a:fontRef idx="minor">
            <a:schemeClr val="lt1"/>
          </a:fontRef>
        </p:style>
        <p:txBody>
          <a:bodyPr>
            <a:normAutofit/>
          </a:bodyPr>
          <a:lstStyle/>
          <a:p>
            <a:r>
              <a:rPr lang="en-US" sz="2400" dirty="0"/>
              <a:t>T</a:t>
            </a:r>
            <a:r>
              <a:rPr lang="tr-TR" sz="2400" dirty="0"/>
              <a:t>wo vectors</a:t>
            </a:r>
            <a:r>
              <a:rPr lang="en-US" sz="2400" dirty="0"/>
              <a:t> can be </a:t>
            </a:r>
            <a:r>
              <a:rPr lang="en-US" sz="2400" b="1" dirty="0"/>
              <a:t>multiplied</a:t>
            </a:r>
            <a:r>
              <a:rPr lang="en-US" sz="2400" dirty="0"/>
              <a:t> using the "</a:t>
            </a:r>
            <a:r>
              <a:rPr lang="en-US" sz="2400" b="1" dirty="0"/>
              <a:t>Dot Product</a:t>
            </a:r>
            <a:r>
              <a:rPr lang="en-US" sz="2400" dirty="0"/>
              <a:t>“</a:t>
            </a:r>
          </a:p>
          <a:p>
            <a:r>
              <a:rPr lang="en-US" sz="2400" dirty="0"/>
              <a:t>The dot product takes two vectors and returns a scalar</a:t>
            </a:r>
            <a:endParaRPr lang="tr-TR" sz="2400" dirty="0"/>
          </a:p>
          <a:p>
            <a:endParaRPr lang="tr-TR" sz="2400" dirty="0"/>
          </a:p>
        </p:txBody>
      </p:sp>
      <p:pic>
        <p:nvPicPr>
          <p:cNvPr id="8" name="Picture 7" descr="A close up of a logo&#10;&#10;Description generated with high confidence">
            <a:extLst>
              <a:ext uri="{FF2B5EF4-FFF2-40B4-BE49-F238E27FC236}">
                <a16:creationId xmlns:a16="http://schemas.microsoft.com/office/drawing/2014/main" id="{34878DC8-224C-433F-A828-19EFFCB1A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8140" y="2550035"/>
            <a:ext cx="2215072" cy="3017781"/>
          </a:xfrm>
          <a:prstGeom prst="rect">
            <a:avLst/>
          </a:prstGeom>
        </p:spPr>
      </p:pic>
      <p:pic>
        <p:nvPicPr>
          <p:cNvPr id="9" name="Content Placeholder 7" descr="A picture containing sky&#10;&#10;Description generated with high confidence">
            <a:extLst>
              <a:ext uri="{FF2B5EF4-FFF2-40B4-BE49-F238E27FC236}">
                <a16:creationId xmlns:a16="http://schemas.microsoft.com/office/drawing/2014/main" id="{D873518B-41C0-4B00-91C7-0347887975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606" y="2847109"/>
            <a:ext cx="2184589" cy="2143946"/>
          </a:xfrm>
          <a:prstGeom prst="rect">
            <a:avLst/>
          </a:prstGeom>
        </p:spPr>
      </p:pic>
      <p:sp>
        <p:nvSpPr>
          <p:cNvPr id="10" name="Rectangle 9">
            <a:extLst>
              <a:ext uri="{FF2B5EF4-FFF2-40B4-BE49-F238E27FC236}">
                <a16:creationId xmlns:a16="http://schemas.microsoft.com/office/drawing/2014/main" id="{4098F4A8-CD8C-48BE-B9B3-202CF37A6AE0}"/>
              </a:ext>
            </a:extLst>
          </p:cNvPr>
          <p:cNvSpPr/>
          <p:nvPr/>
        </p:nvSpPr>
        <p:spPr>
          <a:xfrm>
            <a:off x="4476317" y="4320438"/>
            <a:ext cx="1458541" cy="369332"/>
          </a:xfrm>
          <a:prstGeom prst="rect">
            <a:avLst/>
          </a:prstGeom>
        </p:spPr>
        <p:txBody>
          <a:bodyPr wrap="none">
            <a:spAutoFit/>
          </a:bodyPr>
          <a:lstStyle/>
          <a:p>
            <a:r>
              <a:rPr lang="en-US" dirty="0"/>
              <a:t>(Dot product)</a:t>
            </a:r>
            <a:endParaRPr lang="tr-TR" dirty="0"/>
          </a:p>
        </p:txBody>
      </p:sp>
      <p:sp>
        <p:nvSpPr>
          <p:cNvPr id="27" name="Rectangle 26">
            <a:extLst>
              <a:ext uri="{FF2B5EF4-FFF2-40B4-BE49-F238E27FC236}">
                <a16:creationId xmlns:a16="http://schemas.microsoft.com/office/drawing/2014/main" id="{2AA451CC-F4ED-4B52-A5A9-74C323B7F462}"/>
              </a:ext>
            </a:extLst>
          </p:cNvPr>
          <p:cNvSpPr/>
          <p:nvPr/>
        </p:nvSpPr>
        <p:spPr>
          <a:xfrm>
            <a:off x="9200646" y="657939"/>
            <a:ext cx="2629951" cy="461665"/>
          </a:xfrm>
          <a:prstGeom prst="rect">
            <a:avLst/>
          </a:prstGeom>
        </p:spPr>
        <p:txBody>
          <a:bodyPr wrap="none">
            <a:spAutoFit/>
          </a:bodyPr>
          <a:lstStyle/>
          <a:p>
            <a:r>
              <a:rPr lang="en-US" sz="2400" dirty="0"/>
              <a:t>Real world example</a:t>
            </a:r>
            <a:endParaRPr lang="tr-TR" sz="2400" dirty="0"/>
          </a:p>
        </p:txBody>
      </p:sp>
      <p:pic>
        <p:nvPicPr>
          <p:cNvPr id="28" name="Picture 27">
            <a:extLst>
              <a:ext uri="{FF2B5EF4-FFF2-40B4-BE49-F238E27FC236}">
                <a16:creationId xmlns:a16="http://schemas.microsoft.com/office/drawing/2014/main" id="{D86E19C9-B320-4D58-981F-92284C520C16}"/>
              </a:ext>
            </a:extLst>
          </p:cNvPr>
          <p:cNvPicPr>
            <a:picLocks noChangeAspect="1"/>
          </p:cNvPicPr>
          <p:nvPr/>
        </p:nvPicPr>
        <p:blipFill>
          <a:blip r:embed="rId4"/>
          <a:stretch>
            <a:fillRect/>
          </a:stretch>
        </p:blipFill>
        <p:spPr>
          <a:xfrm>
            <a:off x="9344802" y="1540153"/>
            <a:ext cx="2074448" cy="1177920"/>
          </a:xfrm>
          <a:prstGeom prst="rect">
            <a:avLst/>
          </a:prstGeom>
        </p:spPr>
      </p:pic>
      <p:pic>
        <p:nvPicPr>
          <p:cNvPr id="29" name="Picture 28">
            <a:extLst>
              <a:ext uri="{FF2B5EF4-FFF2-40B4-BE49-F238E27FC236}">
                <a16:creationId xmlns:a16="http://schemas.microsoft.com/office/drawing/2014/main" id="{14C30141-B95F-4FDB-A24C-797358B5C049}"/>
              </a:ext>
            </a:extLst>
          </p:cNvPr>
          <p:cNvPicPr>
            <a:picLocks noChangeAspect="1"/>
          </p:cNvPicPr>
          <p:nvPr/>
        </p:nvPicPr>
        <p:blipFill>
          <a:blip r:embed="rId5"/>
          <a:stretch>
            <a:fillRect/>
          </a:stretch>
        </p:blipFill>
        <p:spPr>
          <a:xfrm>
            <a:off x="9367440" y="3096686"/>
            <a:ext cx="2074448" cy="1432038"/>
          </a:xfrm>
          <a:prstGeom prst="rect">
            <a:avLst/>
          </a:prstGeom>
        </p:spPr>
      </p:pic>
      <p:pic>
        <p:nvPicPr>
          <p:cNvPr id="30" name="Picture 29">
            <a:extLst>
              <a:ext uri="{FF2B5EF4-FFF2-40B4-BE49-F238E27FC236}">
                <a16:creationId xmlns:a16="http://schemas.microsoft.com/office/drawing/2014/main" id="{46BCFBE0-0E65-4690-A649-7EF4C62BC53F}"/>
              </a:ext>
            </a:extLst>
          </p:cNvPr>
          <p:cNvPicPr>
            <a:picLocks noChangeAspect="1"/>
          </p:cNvPicPr>
          <p:nvPr/>
        </p:nvPicPr>
        <p:blipFill>
          <a:blip r:embed="rId6"/>
          <a:stretch>
            <a:fillRect/>
          </a:stretch>
        </p:blipFill>
        <p:spPr>
          <a:xfrm>
            <a:off x="9367440" y="4907337"/>
            <a:ext cx="2111338" cy="1543700"/>
          </a:xfrm>
          <a:prstGeom prst="rect">
            <a:avLst/>
          </a:prstGeom>
        </p:spPr>
      </p:pic>
      <p:sp>
        <p:nvSpPr>
          <p:cNvPr id="31" name="TextBox 30">
            <a:extLst>
              <a:ext uri="{FF2B5EF4-FFF2-40B4-BE49-F238E27FC236}">
                <a16:creationId xmlns:a16="http://schemas.microsoft.com/office/drawing/2014/main" id="{589FC54F-A829-40D8-96A7-BFCF7FC32BEC}"/>
              </a:ext>
            </a:extLst>
          </p:cNvPr>
          <p:cNvSpPr txBox="1"/>
          <p:nvPr/>
        </p:nvSpPr>
        <p:spPr>
          <a:xfrm>
            <a:off x="9794283" y="1239938"/>
            <a:ext cx="1058238" cy="369332"/>
          </a:xfrm>
          <a:prstGeom prst="rect">
            <a:avLst/>
          </a:prstGeom>
          <a:noFill/>
        </p:spPr>
        <p:txBody>
          <a:bodyPr wrap="none" rtlCol="0">
            <a:spAutoFit/>
          </a:bodyPr>
          <a:lstStyle/>
          <a:p>
            <a:r>
              <a:rPr lang="en-US" dirty="0" err="1"/>
              <a:t>World.up</a:t>
            </a:r>
            <a:endParaRPr lang="tr-TR" dirty="0"/>
          </a:p>
        </p:txBody>
      </p:sp>
      <p:sp>
        <p:nvSpPr>
          <p:cNvPr id="32" name="TextBox 31">
            <a:extLst>
              <a:ext uri="{FF2B5EF4-FFF2-40B4-BE49-F238E27FC236}">
                <a16:creationId xmlns:a16="http://schemas.microsoft.com/office/drawing/2014/main" id="{DAE97A28-2FEF-4826-8FB1-8C0874CCBE80}"/>
              </a:ext>
            </a:extLst>
          </p:cNvPr>
          <p:cNvSpPr txBox="1"/>
          <p:nvPr/>
        </p:nvSpPr>
        <p:spPr>
          <a:xfrm>
            <a:off x="10693898" y="2475039"/>
            <a:ext cx="1498102" cy="369332"/>
          </a:xfrm>
          <a:prstGeom prst="rect">
            <a:avLst/>
          </a:prstGeom>
          <a:noFill/>
        </p:spPr>
        <p:txBody>
          <a:bodyPr wrap="none" rtlCol="0">
            <a:spAutoFit/>
          </a:bodyPr>
          <a:lstStyle/>
          <a:p>
            <a:r>
              <a:rPr lang="en-US" dirty="0" err="1"/>
              <a:t>Plane.forward</a:t>
            </a:r>
            <a:endParaRPr lang="tr-TR" dirty="0"/>
          </a:p>
        </p:txBody>
      </p:sp>
      <p:sp>
        <p:nvSpPr>
          <p:cNvPr id="33" name="Rectangle 1">
            <a:extLst>
              <a:ext uri="{FF2B5EF4-FFF2-40B4-BE49-F238E27FC236}">
                <a16:creationId xmlns:a16="http://schemas.microsoft.com/office/drawing/2014/main" id="{98DC2CC6-78D0-4B89-9927-D83A5493515D}"/>
              </a:ext>
            </a:extLst>
          </p:cNvPr>
          <p:cNvSpPr>
            <a:spLocks noChangeArrowheads="1"/>
          </p:cNvSpPr>
          <p:nvPr/>
        </p:nvSpPr>
        <p:spPr bwMode="auto">
          <a:xfrm>
            <a:off x="0" y="90100"/>
            <a:ext cx="65" cy="27699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34" name="Rectangle 33">
            <a:extLst>
              <a:ext uri="{FF2B5EF4-FFF2-40B4-BE49-F238E27FC236}">
                <a16:creationId xmlns:a16="http://schemas.microsoft.com/office/drawing/2014/main" id="{B4A1259B-BC5E-49C9-B6D6-3BBABCFC3C86}"/>
              </a:ext>
            </a:extLst>
          </p:cNvPr>
          <p:cNvSpPr/>
          <p:nvPr/>
        </p:nvSpPr>
        <p:spPr>
          <a:xfrm>
            <a:off x="536488" y="6115464"/>
            <a:ext cx="6258188" cy="369332"/>
          </a:xfrm>
          <a:prstGeom prst="rect">
            <a:avLst/>
          </a:prstGeom>
        </p:spPr>
        <p:txBody>
          <a:bodyPr wrap="none">
            <a:spAutoFit/>
          </a:bodyPr>
          <a:lstStyle/>
          <a:p>
            <a:pPr lvl="0" eaLnBrk="0" fontAlgn="base" hangingPunct="0">
              <a:spcBef>
                <a:spcPct val="0"/>
              </a:spcBef>
              <a:spcAft>
                <a:spcPct val="0"/>
              </a:spcAft>
            </a:pPr>
            <a:r>
              <a:rPr lang="en-US" altLang="tr-TR" dirty="0">
                <a:solidFill>
                  <a:srgbClr val="333333"/>
                </a:solidFill>
                <a:latin typeface="Menlo"/>
              </a:rPr>
              <a:t>Example : </a:t>
            </a:r>
            <a:r>
              <a:rPr lang="tr-TR" altLang="tr-TR" dirty="0">
                <a:solidFill>
                  <a:srgbClr val="333333"/>
                </a:solidFill>
                <a:latin typeface="Menlo"/>
              </a:rPr>
              <a:t>Vector3.Dot(transform.forward, hit.transform.forward)</a:t>
            </a:r>
            <a:r>
              <a:rPr kumimoji="0" lang="tr-TR" altLang="tr-TR" sz="1600" b="0" i="0" u="none" strike="noStrike" cap="none" normalizeH="0" baseline="0" dirty="0">
                <a:ln>
                  <a:noFill/>
                </a:ln>
                <a:solidFill>
                  <a:schemeClr val="tx1"/>
                </a:solidFill>
                <a:effectLst/>
              </a:rPr>
              <a:t> </a:t>
            </a:r>
            <a:endParaRPr kumimoji="0" lang="tr-TR" altLang="tr-TR" sz="4400" b="0" i="0" u="none" strike="noStrike" cap="none" normalizeH="0" baseline="0" dirty="0">
              <a:ln>
                <a:noFill/>
              </a:ln>
              <a:solidFill>
                <a:schemeClr val="tx1"/>
              </a:solidFill>
              <a:effectLst/>
              <a:latin typeface="Arial" panose="020B0604020202020204" pitchFamily="34" charset="0"/>
            </a:endParaRPr>
          </a:p>
        </p:txBody>
      </p:sp>
      <p:sp>
        <p:nvSpPr>
          <p:cNvPr id="4" name="Footer Placeholder 3">
            <a:extLst>
              <a:ext uri="{FF2B5EF4-FFF2-40B4-BE49-F238E27FC236}">
                <a16:creationId xmlns:a16="http://schemas.microsoft.com/office/drawing/2014/main" id="{037D0619-E99B-4F7D-8186-5618AC40E6B0}"/>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07E1C1B0-953B-410B-AECD-DA421BAE685D}"/>
              </a:ext>
            </a:extLst>
          </p:cNvPr>
          <p:cNvSpPr>
            <a:spLocks noGrp="1"/>
          </p:cNvSpPr>
          <p:nvPr>
            <p:ph type="sldNum" sz="quarter" idx="12"/>
          </p:nvPr>
        </p:nvSpPr>
        <p:spPr/>
        <p:txBody>
          <a:bodyPr/>
          <a:lstStyle/>
          <a:p>
            <a:fld id="{2698BB43-DB97-4C55-8D33-CA4AB6A13C97}" type="slidenum">
              <a:rPr lang="tr-TR" smtClean="0"/>
              <a:t>25</a:t>
            </a:fld>
            <a:endParaRPr lang="tr-TR"/>
          </a:p>
        </p:txBody>
      </p:sp>
      <p:pic>
        <p:nvPicPr>
          <p:cNvPr id="7" name="Picture 6">
            <a:extLst>
              <a:ext uri="{FF2B5EF4-FFF2-40B4-BE49-F238E27FC236}">
                <a16:creationId xmlns:a16="http://schemas.microsoft.com/office/drawing/2014/main" id="{DDF27B05-4748-49FF-8FA0-82020FE10C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511" y="3370981"/>
            <a:ext cx="2190367" cy="1726398"/>
          </a:xfrm>
          <a:prstGeom prst="rect">
            <a:avLst/>
          </a:prstGeom>
        </p:spPr>
      </p:pic>
      <p:cxnSp>
        <p:nvCxnSpPr>
          <p:cNvPr id="11" name="Straight Connector 10">
            <a:extLst>
              <a:ext uri="{FF2B5EF4-FFF2-40B4-BE49-F238E27FC236}">
                <a16:creationId xmlns:a16="http://schemas.microsoft.com/office/drawing/2014/main" id="{221237BD-F44D-4CD3-BE01-714D3099B95F}"/>
              </a:ext>
            </a:extLst>
          </p:cNvPr>
          <p:cNvCxnSpPr/>
          <p:nvPr/>
        </p:nvCxnSpPr>
        <p:spPr>
          <a:xfrm>
            <a:off x="2476672" y="2659705"/>
            <a:ext cx="0" cy="277369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1A61FD-F613-4AE7-A34B-770DE27DB406}"/>
              </a:ext>
            </a:extLst>
          </p:cNvPr>
          <p:cNvCxnSpPr/>
          <p:nvPr/>
        </p:nvCxnSpPr>
        <p:spPr>
          <a:xfrm>
            <a:off x="5971336" y="2581921"/>
            <a:ext cx="0" cy="277369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835E37-A72C-49D5-865A-A1ECC935E242}"/>
              </a:ext>
            </a:extLst>
          </p:cNvPr>
          <p:cNvCxnSpPr/>
          <p:nvPr/>
        </p:nvCxnSpPr>
        <p:spPr>
          <a:xfrm>
            <a:off x="8982345" y="148192"/>
            <a:ext cx="0" cy="654021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71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A13B1-9CFC-CEFF-8F83-CDD0F92530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03609C-A918-9296-E7C0-35CBE9086A2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5EB56D2-8F8A-71A6-CBB9-43152C5ED376}"/>
              </a:ext>
            </a:extLst>
          </p:cNvPr>
          <p:cNvSpPr>
            <a:spLocks noGrp="1"/>
          </p:cNvSpPr>
          <p:nvPr>
            <p:ph type="ftr" sz="quarter" idx="11"/>
          </p:nvPr>
        </p:nvSpPr>
        <p:spPr/>
        <p:txBody>
          <a:bodyPr/>
          <a:lstStyle/>
          <a:p>
            <a:r>
              <a:rPr lang="tr-TR"/>
              <a:t>K.O.  20</a:t>
            </a:r>
            <a:r>
              <a:rPr lang="en-US"/>
              <a:t>19-</a:t>
            </a:r>
            <a:r>
              <a:rPr lang="tr-TR"/>
              <a:t>20</a:t>
            </a:r>
            <a:r>
              <a:rPr lang="en-US"/>
              <a:t>20</a:t>
            </a:r>
            <a:r>
              <a:rPr lang="tr-TR"/>
              <a:t>- Week </a:t>
            </a:r>
            <a:r>
              <a:rPr lang="en-US"/>
              <a:t>2</a:t>
            </a:r>
            <a:endParaRPr lang="tr-TR" dirty="0"/>
          </a:p>
        </p:txBody>
      </p:sp>
      <p:sp>
        <p:nvSpPr>
          <p:cNvPr id="5" name="Slide Number Placeholder 4">
            <a:extLst>
              <a:ext uri="{FF2B5EF4-FFF2-40B4-BE49-F238E27FC236}">
                <a16:creationId xmlns:a16="http://schemas.microsoft.com/office/drawing/2014/main" id="{E2F62BA4-C4A8-8490-87B0-6449232E1422}"/>
              </a:ext>
            </a:extLst>
          </p:cNvPr>
          <p:cNvSpPr>
            <a:spLocks noGrp="1"/>
          </p:cNvSpPr>
          <p:nvPr>
            <p:ph type="sldNum" sz="quarter" idx="12"/>
          </p:nvPr>
        </p:nvSpPr>
        <p:spPr/>
        <p:txBody>
          <a:bodyPr/>
          <a:lstStyle/>
          <a:p>
            <a:fld id="{2698BB43-DB97-4C55-8D33-CA4AB6A13C97}" type="slidenum">
              <a:rPr lang="tr-TR" smtClean="0"/>
              <a:t>26</a:t>
            </a:fld>
            <a:endParaRPr lang="tr-T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5784B474-C422-6AC4-77CF-56A47D7E7FFE}"/>
                  </a:ext>
                </a:extLst>
              </p14:cNvPr>
              <p14:cNvContentPartPr/>
              <p14:nvPr/>
            </p14:nvContentPartPr>
            <p14:xfrm>
              <a:off x="3006645" y="4151792"/>
              <a:ext cx="360" cy="360"/>
            </p14:xfrm>
          </p:contentPart>
        </mc:Choice>
        <mc:Fallback xmlns="">
          <p:pic>
            <p:nvPicPr>
              <p:cNvPr id="6" name="Ink 5">
                <a:extLst>
                  <a:ext uri="{FF2B5EF4-FFF2-40B4-BE49-F238E27FC236}">
                    <a16:creationId xmlns:a16="http://schemas.microsoft.com/office/drawing/2014/main" id="{5784B474-C422-6AC4-77CF-56A47D7E7FFE}"/>
                  </a:ext>
                </a:extLst>
              </p:cNvPr>
              <p:cNvPicPr/>
              <p:nvPr/>
            </p:nvPicPr>
            <p:blipFill>
              <a:blip r:embed="rId3"/>
              <a:stretch>
                <a:fillRect/>
              </a:stretch>
            </p:blipFill>
            <p:spPr>
              <a:xfrm>
                <a:off x="2997645" y="4142792"/>
                <a:ext cx="18000" cy="18000"/>
              </a:xfrm>
              <a:prstGeom prst="rect">
                <a:avLst/>
              </a:prstGeom>
            </p:spPr>
          </p:pic>
        </mc:Fallback>
      </mc:AlternateContent>
      <p:pic>
        <p:nvPicPr>
          <p:cNvPr id="8" name="Picture 7">
            <a:extLst>
              <a:ext uri="{FF2B5EF4-FFF2-40B4-BE49-F238E27FC236}">
                <a16:creationId xmlns:a16="http://schemas.microsoft.com/office/drawing/2014/main" id="{6E1E03E4-3003-369B-EEEC-BA48C5534415}"/>
              </a:ext>
            </a:extLst>
          </p:cNvPr>
          <p:cNvPicPr>
            <a:picLocks noChangeAspect="1"/>
          </p:cNvPicPr>
          <p:nvPr/>
        </p:nvPicPr>
        <p:blipFill>
          <a:blip r:embed="rId4"/>
          <a:stretch>
            <a:fillRect/>
          </a:stretch>
        </p:blipFill>
        <p:spPr>
          <a:xfrm>
            <a:off x="818413" y="385337"/>
            <a:ext cx="10555173" cy="6087325"/>
          </a:xfrm>
          <a:prstGeom prst="rect">
            <a:avLst/>
          </a:prstGeom>
        </p:spPr>
      </p:pic>
      <p:grpSp>
        <p:nvGrpSpPr>
          <p:cNvPr id="11" name="Group 10">
            <a:extLst>
              <a:ext uri="{FF2B5EF4-FFF2-40B4-BE49-F238E27FC236}">
                <a16:creationId xmlns:a16="http://schemas.microsoft.com/office/drawing/2014/main" id="{992B0261-1813-38ED-0D3C-BEA8C2D376A4}"/>
              </a:ext>
            </a:extLst>
          </p:cNvPr>
          <p:cNvGrpSpPr/>
          <p:nvPr/>
        </p:nvGrpSpPr>
        <p:grpSpPr>
          <a:xfrm>
            <a:off x="4695405" y="2071352"/>
            <a:ext cx="1403280" cy="1439280"/>
            <a:chOff x="4695405" y="2071352"/>
            <a:chExt cx="1403280" cy="143928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FB490E6D-5E0F-751D-7AC0-B4190AE312D9}"/>
                    </a:ext>
                  </a:extLst>
                </p14:cNvPr>
                <p14:cNvContentPartPr/>
                <p14:nvPr/>
              </p14:nvContentPartPr>
              <p14:xfrm>
                <a:off x="4695405" y="3302552"/>
                <a:ext cx="1403280" cy="208080"/>
              </p14:xfrm>
            </p:contentPart>
          </mc:Choice>
          <mc:Fallback xmlns="">
            <p:pic>
              <p:nvPicPr>
                <p:cNvPr id="9" name="Ink 8">
                  <a:extLst>
                    <a:ext uri="{FF2B5EF4-FFF2-40B4-BE49-F238E27FC236}">
                      <a16:creationId xmlns:a16="http://schemas.microsoft.com/office/drawing/2014/main" id="{FB490E6D-5E0F-751D-7AC0-B4190AE312D9}"/>
                    </a:ext>
                  </a:extLst>
                </p:cNvPr>
                <p:cNvPicPr/>
                <p:nvPr/>
              </p:nvPicPr>
              <p:blipFill>
                <a:blip r:embed="rId6"/>
                <a:stretch>
                  <a:fillRect/>
                </a:stretch>
              </p:blipFill>
              <p:spPr>
                <a:xfrm>
                  <a:off x="4686765" y="3293552"/>
                  <a:ext cx="14209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FF315A90-DE1A-027E-1776-E54F15FBE8B7}"/>
                    </a:ext>
                  </a:extLst>
                </p14:cNvPr>
                <p14:cNvContentPartPr/>
                <p14:nvPr/>
              </p14:nvContentPartPr>
              <p14:xfrm>
                <a:off x="4753005" y="2071352"/>
                <a:ext cx="396720" cy="1330920"/>
              </p14:xfrm>
            </p:contentPart>
          </mc:Choice>
          <mc:Fallback xmlns="">
            <p:pic>
              <p:nvPicPr>
                <p:cNvPr id="10" name="Ink 9">
                  <a:extLst>
                    <a:ext uri="{FF2B5EF4-FFF2-40B4-BE49-F238E27FC236}">
                      <a16:creationId xmlns:a16="http://schemas.microsoft.com/office/drawing/2014/main" id="{FF315A90-DE1A-027E-1776-E54F15FBE8B7}"/>
                    </a:ext>
                  </a:extLst>
                </p:cNvPr>
                <p:cNvPicPr/>
                <p:nvPr/>
              </p:nvPicPr>
              <p:blipFill>
                <a:blip r:embed="rId8"/>
                <a:stretch>
                  <a:fillRect/>
                </a:stretch>
              </p:blipFill>
              <p:spPr>
                <a:xfrm>
                  <a:off x="4744005" y="2062352"/>
                  <a:ext cx="414360" cy="1348560"/>
                </a:xfrm>
                <a:prstGeom prst="rect">
                  <a:avLst/>
                </a:prstGeom>
              </p:spPr>
            </p:pic>
          </mc:Fallback>
        </mc:AlternateContent>
      </p:grpSp>
    </p:spTree>
    <p:extLst>
      <p:ext uri="{BB962C8B-B14F-4D97-AF65-F5344CB8AC3E}">
        <p14:creationId xmlns:p14="http://schemas.microsoft.com/office/powerpoint/2010/main" val="1883099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0EEA-FCEF-45E9-96C6-D35445EA5C9C}"/>
              </a:ext>
            </a:extLst>
          </p:cNvPr>
          <p:cNvSpPr>
            <a:spLocks noGrp="1"/>
          </p:cNvSpPr>
          <p:nvPr>
            <p:ph type="title"/>
          </p:nvPr>
        </p:nvSpPr>
        <p:spPr/>
        <p:txBody>
          <a:bodyPr/>
          <a:lstStyle/>
          <a:p>
            <a:r>
              <a:rPr lang="en-US" dirty="0"/>
              <a:t>Cross product</a:t>
            </a:r>
            <a:endParaRPr lang="tr-TR" dirty="0"/>
          </a:p>
        </p:txBody>
      </p:sp>
      <p:sp>
        <p:nvSpPr>
          <p:cNvPr id="3" name="Content Placeholder 2">
            <a:extLst>
              <a:ext uri="{FF2B5EF4-FFF2-40B4-BE49-F238E27FC236}">
                <a16:creationId xmlns:a16="http://schemas.microsoft.com/office/drawing/2014/main" id="{BB77E600-6BB3-4B64-B299-61B7394C92BB}"/>
              </a:ext>
            </a:extLst>
          </p:cNvPr>
          <p:cNvSpPr>
            <a:spLocks noGrp="1"/>
          </p:cNvSpPr>
          <p:nvPr>
            <p:ph idx="1"/>
          </p:nvPr>
        </p:nvSpPr>
        <p:spPr>
          <a:xfrm>
            <a:off x="680884" y="1809877"/>
            <a:ext cx="6691007" cy="4351338"/>
          </a:xfrm>
        </p:spPr>
        <p:txBody>
          <a:bodyPr/>
          <a:lstStyle/>
          <a:p>
            <a:r>
              <a:rPr lang="en-US" dirty="0"/>
              <a:t>The cross product is only meaningful for 3D vectors. It takes two vectors as input and </a:t>
            </a:r>
            <a:r>
              <a:rPr lang="en-US" b="1" dirty="0"/>
              <a:t>returns another perpendicular vector to each </a:t>
            </a:r>
            <a:r>
              <a:rPr lang="en-US" dirty="0"/>
              <a:t>as its result.</a:t>
            </a:r>
          </a:p>
          <a:p>
            <a:endParaRPr lang="tr-TR" dirty="0"/>
          </a:p>
        </p:txBody>
      </p:sp>
      <p:pic>
        <p:nvPicPr>
          <p:cNvPr id="6" name="Picture 5" descr="A picture containing object&#10;&#10;Description generated with high confidence">
            <a:extLst>
              <a:ext uri="{FF2B5EF4-FFF2-40B4-BE49-F238E27FC236}">
                <a16:creationId xmlns:a16="http://schemas.microsoft.com/office/drawing/2014/main" id="{D0E1634A-490D-4FAA-98E1-1739E2671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3200" y="3735740"/>
            <a:ext cx="3850974" cy="2184589"/>
          </a:xfrm>
          <a:prstGeom prst="rect">
            <a:avLst/>
          </a:prstGeom>
        </p:spPr>
      </p:pic>
      <p:sp>
        <p:nvSpPr>
          <p:cNvPr id="15" name="Rectangle 14">
            <a:extLst>
              <a:ext uri="{FF2B5EF4-FFF2-40B4-BE49-F238E27FC236}">
                <a16:creationId xmlns:a16="http://schemas.microsoft.com/office/drawing/2014/main" id="{68EF351D-DD7C-4057-89E3-5BC53AAA75A9}"/>
              </a:ext>
            </a:extLst>
          </p:cNvPr>
          <p:cNvSpPr/>
          <p:nvPr/>
        </p:nvSpPr>
        <p:spPr>
          <a:xfrm>
            <a:off x="9200646" y="657939"/>
            <a:ext cx="2629951" cy="461665"/>
          </a:xfrm>
          <a:prstGeom prst="rect">
            <a:avLst/>
          </a:prstGeom>
        </p:spPr>
        <p:txBody>
          <a:bodyPr wrap="none">
            <a:spAutoFit/>
          </a:bodyPr>
          <a:lstStyle/>
          <a:p>
            <a:r>
              <a:rPr lang="en-US" sz="2400" dirty="0"/>
              <a:t>Real world example</a:t>
            </a:r>
            <a:endParaRPr lang="tr-TR" sz="2400" dirty="0"/>
          </a:p>
        </p:txBody>
      </p:sp>
      <p:pic>
        <p:nvPicPr>
          <p:cNvPr id="16" name="Picture 15">
            <a:extLst>
              <a:ext uri="{FF2B5EF4-FFF2-40B4-BE49-F238E27FC236}">
                <a16:creationId xmlns:a16="http://schemas.microsoft.com/office/drawing/2014/main" id="{EFDAD1B4-20D3-4E31-A656-A1383FC2D524}"/>
              </a:ext>
            </a:extLst>
          </p:cNvPr>
          <p:cNvPicPr>
            <a:picLocks noChangeAspect="1"/>
          </p:cNvPicPr>
          <p:nvPr/>
        </p:nvPicPr>
        <p:blipFill>
          <a:blip r:embed="rId3"/>
          <a:stretch>
            <a:fillRect/>
          </a:stretch>
        </p:blipFill>
        <p:spPr>
          <a:xfrm>
            <a:off x="8198436" y="2074978"/>
            <a:ext cx="3720651" cy="2708044"/>
          </a:xfrm>
          <a:prstGeom prst="rect">
            <a:avLst/>
          </a:prstGeom>
        </p:spPr>
      </p:pic>
      <p:sp>
        <p:nvSpPr>
          <p:cNvPr id="17" name="Rectangle 16">
            <a:extLst>
              <a:ext uri="{FF2B5EF4-FFF2-40B4-BE49-F238E27FC236}">
                <a16:creationId xmlns:a16="http://schemas.microsoft.com/office/drawing/2014/main" id="{38258D3B-CDBC-4D42-BEA2-C28BE341F9B6}"/>
              </a:ext>
            </a:extLst>
          </p:cNvPr>
          <p:cNvSpPr/>
          <p:nvPr/>
        </p:nvSpPr>
        <p:spPr>
          <a:xfrm>
            <a:off x="536488" y="6115464"/>
            <a:ext cx="6360780" cy="369332"/>
          </a:xfrm>
          <a:prstGeom prst="rect">
            <a:avLst/>
          </a:prstGeom>
        </p:spPr>
        <p:txBody>
          <a:bodyPr wrap="none">
            <a:spAutoFit/>
          </a:bodyPr>
          <a:lstStyle/>
          <a:p>
            <a:pPr lvl="0" eaLnBrk="0" fontAlgn="base" hangingPunct="0">
              <a:spcBef>
                <a:spcPct val="0"/>
              </a:spcBef>
              <a:spcAft>
                <a:spcPct val="0"/>
              </a:spcAft>
            </a:pPr>
            <a:r>
              <a:rPr lang="en-US" altLang="tr-TR" dirty="0">
                <a:solidFill>
                  <a:srgbClr val="333333"/>
                </a:solidFill>
                <a:latin typeface="Menlo"/>
              </a:rPr>
              <a:t>Example: </a:t>
            </a:r>
            <a:r>
              <a:rPr lang="tr-TR" altLang="tr-TR" dirty="0">
                <a:solidFill>
                  <a:srgbClr val="333333"/>
                </a:solidFill>
                <a:latin typeface="Menlo"/>
              </a:rPr>
              <a:t>Vector3.</a:t>
            </a:r>
            <a:r>
              <a:rPr lang="en-US" altLang="tr-TR" dirty="0">
                <a:solidFill>
                  <a:srgbClr val="333333"/>
                </a:solidFill>
                <a:latin typeface="Menlo"/>
              </a:rPr>
              <a:t>Cross</a:t>
            </a:r>
            <a:r>
              <a:rPr lang="tr-TR" altLang="tr-TR" dirty="0">
                <a:solidFill>
                  <a:srgbClr val="333333"/>
                </a:solidFill>
                <a:latin typeface="Menlo"/>
              </a:rPr>
              <a:t>(transform.forward, hit.transform.forward)</a:t>
            </a:r>
            <a:r>
              <a:rPr kumimoji="0" lang="tr-TR" altLang="tr-TR" sz="1600" b="0" i="0" u="none" strike="noStrike" cap="none" normalizeH="0" baseline="0" dirty="0">
                <a:ln>
                  <a:noFill/>
                </a:ln>
                <a:solidFill>
                  <a:schemeClr val="tx1"/>
                </a:solidFill>
                <a:effectLst/>
              </a:rPr>
              <a:t> </a:t>
            </a:r>
            <a:endParaRPr kumimoji="0" lang="tr-TR" altLang="tr-TR" sz="4400" b="0" i="0" u="none" strike="noStrike" cap="none" normalizeH="0" baseline="0" dirty="0">
              <a:ln>
                <a:noFill/>
              </a:ln>
              <a:solidFill>
                <a:schemeClr val="tx1"/>
              </a:solidFill>
              <a:effectLst/>
              <a:latin typeface="Arial" panose="020B0604020202020204" pitchFamily="34" charset="0"/>
            </a:endParaRPr>
          </a:p>
        </p:txBody>
      </p:sp>
      <p:sp>
        <p:nvSpPr>
          <p:cNvPr id="4" name="Footer Placeholder 3">
            <a:extLst>
              <a:ext uri="{FF2B5EF4-FFF2-40B4-BE49-F238E27FC236}">
                <a16:creationId xmlns:a16="http://schemas.microsoft.com/office/drawing/2014/main" id="{E0FDD074-BB29-4CDC-A7B2-2C4D955E758A}"/>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67A29A3C-B889-47F1-92D2-75875C50490A}"/>
              </a:ext>
            </a:extLst>
          </p:cNvPr>
          <p:cNvSpPr>
            <a:spLocks noGrp="1"/>
          </p:cNvSpPr>
          <p:nvPr>
            <p:ph type="sldNum" sz="quarter" idx="12"/>
          </p:nvPr>
        </p:nvSpPr>
        <p:spPr/>
        <p:txBody>
          <a:bodyPr/>
          <a:lstStyle/>
          <a:p>
            <a:fld id="{2698BB43-DB97-4C55-8D33-CA4AB6A13C97}" type="slidenum">
              <a:rPr lang="tr-TR" smtClean="0"/>
              <a:t>27</a:t>
            </a:fld>
            <a:endParaRPr lang="tr-TR"/>
          </a:p>
        </p:txBody>
      </p:sp>
      <p:cxnSp>
        <p:nvCxnSpPr>
          <p:cNvPr id="11" name="Straight Connector 10">
            <a:extLst>
              <a:ext uri="{FF2B5EF4-FFF2-40B4-BE49-F238E27FC236}">
                <a16:creationId xmlns:a16="http://schemas.microsoft.com/office/drawing/2014/main" id="{FFB86058-C42A-4803-A45B-622F6A29BFFB}"/>
              </a:ext>
            </a:extLst>
          </p:cNvPr>
          <p:cNvCxnSpPr/>
          <p:nvPr/>
        </p:nvCxnSpPr>
        <p:spPr>
          <a:xfrm>
            <a:off x="8032435" y="148192"/>
            <a:ext cx="0" cy="654021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1155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41E06B-700B-41DE-8BE6-EB5FC0094570}"/>
              </a:ext>
            </a:extLst>
          </p:cNvPr>
          <p:cNvPicPr>
            <a:picLocks noChangeAspect="1"/>
          </p:cNvPicPr>
          <p:nvPr/>
        </p:nvPicPr>
        <p:blipFill>
          <a:blip r:embed="rId2"/>
          <a:stretch>
            <a:fillRect/>
          </a:stretch>
        </p:blipFill>
        <p:spPr>
          <a:xfrm>
            <a:off x="5713379" y="784329"/>
            <a:ext cx="6369995" cy="5124797"/>
          </a:xfrm>
          <a:prstGeom prst="rect">
            <a:avLst/>
          </a:prstGeom>
        </p:spPr>
      </p:pic>
      <p:sp>
        <p:nvSpPr>
          <p:cNvPr id="2" name="Title 1">
            <a:extLst>
              <a:ext uri="{FF2B5EF4-FFF2-40B4-BE49-F238E27FC236}">
                <a16:creationId xmlns:a16="http://schemas.microsoft.com/office/drawing/2014/main" id="{09DEC951-BA47-43E3-806F-F7C0B261BD81}"/>
              </a:ext>
            </a:extLst>
          </p:cNvPr>
          <p:cNvSpPr>
            <a:spLocks noGrp="1"/>
          </p:cNvSpPr>
          <p:nvPr>
            <p:ph type="title"/>
          </p:nvPr>
        </p:nvSpPr>
        <p:spPr/>
        <p:txBody>
          <a:bodyPr/>
          <a:lstStyle/>
          <a:p>
            <a:r>
              <a:rPr lang="en-US" dirty="0" err="1"/>
              <a:t>GameObject</a:t>
            </a:r>
            <a:endParaRPr lang="tr-TR" dirty="0"/>
          </a:p>
        </p:txBody>
      </p:sp>
      <p:sp>
        <p:nvSpPr>
          <p:cNvPr id="3" name="Content Placeholder 2">
            <a:extLst>
              <a:ext uri="{FF2B5EF4-FFF2-40B4-BE49-F238E27FC236}">
                <a16:creationId xmlns:a16="http://schemas.microsoft.com/office/drawing/2014/main" id="{ED4FA42D-891F-4519-9458-F42C880E9AFA}"/>
              </a:ext>
            </a:extLst>
          </p:cNvPr>
          <p:cNvSpPr>
            <a:spLocks noGrp="1"/>
          </p:cNvSpPr>
          <p:nvPr>
            <p:ph idx="1"/>
          </p:nvPr>
        </p:nvSpPr>
        <p:spPr>
          <a:xfrm>
            <a:off x="108626" y="1644512"/>
            <a:ext cx="6369995" cy="4351338"/>
          </a:xfrm>
        </p:spPr>
        <p:txBody>
          <a:bodyPr/>
          <a:lstStyle/>
          <a:p>
            <a:r>
              <a:rPr lang="en-US" b="1" dirty="0" err="1"/>
              <a:t>GameObjects</a:t>
            </a:r>
            <a:r>
              <a:rPr lang="en-US" dirty="0"/>
              <a:t> are the fundamental objects in Unity that represent characters, props and scenery. </a:t>
            </a:r>
          </a:p>
          <a:p>
            <a:endParaRPr lang="en-US" dirty="0"/>
          </a:p>
          <a:p>
            <a:r>
              <a:rPr lang="en-US" dirty="0"/>
              <a:t>They do not accomplish much in themselves but they act as containers for </a:t>
            </a:r>
            <a:r>
              <a:rPr lang="en-US" b="1" dirty="0"/>
              <a:t>Components</a:t>
            </a:r>
            <a:r>
              <a:rPr lang="en-US" dirty="0"/>
              <a:t>, which implement the real functionality.</a:t>
            </a:r>
            <a:endParaRPr lang="tr-TR" dirty="0"/>
          </a:p>
        </p:txBody>
      </p:sp>
      <p:sp>
        <p:nvSpPr>
          <p:cNvPr id="5" name="Footer Placeholder 4">
            <a:extLst>
              <a:ext uri="{FF2B5EF4-FFF2-40B4-BE49-F238E27FC236}">
                <a16:creationId xmlns:a16="http://schemas.microsoft.com/office/drawing/2014/main" id="{277ADD40-C60E-4884-A691-4DB6E6714E3C}"/>
              </a:ext>
            </a:extLst>
          </p:cNvPr>
          <p:cNvSpPr>
            <a:spLocks noGrp="1"/>
          </p:cNvSpPr>
          <p:nvPr>
            <p:ph type="ftr" sz="quarter" idx="11"/>
          </p:nvPr>
        </p:nvSpPr>
        <p:spPr/>
        <p:txBody>
          <a:bodyPr/>
          <a:lstStyle/>
          <a:p>
            <a:r>
              <a:rPr lang="tr-TR"/>
              <a:t>K.O.  2018-2019 - Week 3</a:t>
            </a:r>
          </a:p>
        </p:txBody>
      </p:sp>
      <p:sp>
        <p:nvSpPr>
          <p:cNvPr id="6" name="Slide Number Placeholder 5">
            <a:extLst>
              <a:ext uri="{FF2B5EF4-FFF2-40B4-BE49-F238E27FC236}">
                <a16:creationId xmlns:a16="http://schemas.microsoft.com/office/drawing/2014/main" id="{83494D4A-7DA9-4020-A5B1-ED9ABD0F920E}"/>
              </a:ext>
            </a:extLst>
          </p:cNvPr>
          <p:cNvSpPr>
            <a:spLocks noGrp="1"/>
          </p:cNvSpPr>
          <p:nvPr>
            <p:ph type="sldNum" sz="quarter" idx="12"/>
          </p:nvPr>
        </p:nvSpPr>
        <p:spPr/>
        <p:txBody>
          <a:bodyPr/>
          <a:lstStyle/>
          <a:p>
            <a:fld id="{2698BB43-DB97-4C55-8D33-CA4AB6A13C97}" type="slidenum">
              <a:rPr lang="tr-TR" smtClean="0"/>
              <a:t>28</a:t>
            </a:fld>
            <a:endParaRPr lang="tr-TR"/>
          </a:p>
        </p:txBody>
      </p:sp>
    </p:spTree>
    <p:extLst>
      <p:ext uri="{BB962C8B-B14F-4D97-AF65-F5344CB8AC3E}">
        <p14:creationId xmlns:p14="http://schemas.microsoft.com/office/powerpoint/2010/main" val="3709478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A2688-B377-49CC-977F-522DF86F724F}"/>
              </a:ext>
            </a:extLst>
          </p:cNvPr>
          <p:cNvSpPr>
            <a:spLocks noGrp="1"/>
          </p:cNvSpPr>
          <p:nvPr>
            <p:ph type="title"/>
          </p:nvPr>
        </p:nvSpPr>
        <p:spPr/>
        <p:txBody>
          <a:bodyPr/>
          <a:lstStyle/>
          <a:p>
            <a:r>
              <a:rPr lang="en-US" dirty="0"/>
              <a:t>Transform</a:t>
            </a:r>
            <a:endParaRPr lang="tr-TR" dirty="0"/>
          </a:p>
        </p:txBody>
      </p:sp>
      <p:sp>
        <p:nvSpPr>
          <p:cNvPr id="3" name="Content Placeholder 2">
            <a:extLst>
              <a:ext uri="{FF2B5EF4-FFF2-40B4-BE49-F238E27FC236}">
                <a16:creationId xmlns:a16="http://schemas.microsoft.com/office/drawing/2014/main" id="{7ADF30C3-1C81-42D5-9E19-B8E5FB54FDBA}"/>
              </a:ext>
            </a:extLst>
          </p:cNvPr>
          <p:cNvSpPr>
            <a:spLocks noGrp="1"/>
          </p:cNvSpPr>
          <p:nvPr>
            <p:ph idx="1"/>
          </p:nvPr>
        </p:nvSpPr>
        <p:spPr/>
        <p:txBody>
          <a:bodyPr/>
          <a:lstStyle/>
          <a:p>
            <a:r>
              <a:rPr lang="en-US" dirty="0"/>
              <a:t>Position, rotation and scale of an object.</a:t>
            </a:r>
            <a:endParaRPr lang="tr-TR" dirty="0"/>
          </a:p>
        </p:txBody>
      </p:sp>
      <p:sp>
        <p:nvSpPr>
          <p:cNvPr id="6" name="Rectangle 5">
            <a:extLst>
              <a:ext uri="{FF2B5EF4-FFF2-40B4-BE49-F238E27FC236}">
                <a16:creationId xmlns:a16="http://schemas.microsoft.com/office/drawing/2014/main" id="{70AFCBA1-3AC3-4D5A-A373-7DEF6473CEB5}"/>
              </a:ext>
            </a:extLst>
          </p:cNvPr>
          <p:cNvSpPr/>
          <p:nvPr/>
        </p:nvSpPr>
        <p:spPr>
          <a:xfrm>
            <a:off x="838200" y="2570133"/>
            <a:ext cx="8625396" cy="3416320"/>
          </a:xfrm>
          <a:prstGeom prst="rect">
            <a:avLst/>
          </a:prstGeom>
        </p:spPr>
        <p:txBody>
          <a:bodyPr wrap="square">
            <a:spAutoFit/>
          </a:bodyPr>
          <a:lstStyle/>
          <a:p>
            <a:r>
              <a:rPr lang="tr-TR" dirty="0">
                <a:latin typeface="Consolas" panose="020B0609020204030204" pitchFamily="49" charset="0"/>
              </a:rPr>
              <a:t>using UnityEngine;</a:t>
            </a:r>
          </a:p>
          <a:p>
            <a:r>
              <a:rPr lang="tr-TR" dirty="0">
                <a:latin typeface="Consolas" panose="020B0609020204030204" pitchFamily="49" charset="0"/>
              </a:rPr>
              <a:t>using System.Collections;</a:t>
            </a:r>
          </a:p>
          <a:p>
            <a:endParaRPr lang="tr-TR" dirty="0">
              <a:latin typeface="Consolas" panose="020B0609020204030204" pitchFamily="49" charset="0"/>
            </a:endParaRPr>
          </a:p>
          <a:p>
            <a:r>
              <a:rPr lang="tr-TR" dirty="0">
                <a:latin typeface="Consolas" panose="020B0609020204030204" pitchFamily="49" charset="0"/>
              </a:rPr>
              <a:t>public class ExampleClass : MonoBehaviour </a:t>
            </a:r>
            <a:endParaRPr lang="en-US" dirty="0">
              <a:latin typeface="Consolas" panose="020B0609020204030204" pitchFamily="49" charset="0"/>
            </a:endParaRPr>
          </a:p>
          <a:p>
            <a:r>
              <a:rPr lang="tr-TR" dirty="0">
                <a:latin typeface="Consolas" panose="020B0609020204030204" pitchFamily="49" charset="0"/>
              </a:rPr>
              <a:t>{</a:t>
            </a:r>
          </a:p>
          <a:p>
            <a:r>
              <a:rPr lang="tr-TR" dirty="0">
                <a:latin typeface="Consolas" panose="020B0609020204030204" pitchFamily="49" charset="0"/>
              </a:rPr>
              <a:t>    void </a:t>
            </a:r>
            <a:r>
              <a:rPr lang="en-US" dirty="0">
                <a:latin typeface="Consolas" panose="020B0609020204030204" pitchFamily="49" charset="0"/>
              </a:rPr>
              <a:t>Update</a:t>
            </a:r>
            <a:r>
              <a:rPr lang="tr-TR" dirty="0">
                <a:latin typeface="Consolas" panose="020B0609020204030204" pitchFamily="49" charset="0"/>
              </a:rPr>
              <a:t>() </a:t>
            </a:r>
            <a:endParaRPr lang="en-US" dirty="0">
              <a:latin typeface="Consolas" panose="020B0609020204030204" pitchFamily="49" charset="0"/>
            </a:endParaRPr>
          </a:p>
          <a:p>
            <a:r>
              <a:rPr lang="en-US" dirty="0">
                <a:latin typeface="Consolas" panose="020B0609020204030204" pitchFamily="49" charset="0"/>
              </a:rPr>
              <a:t>    </a:t>
            </a:r>
            <a:r>
              <a:rPr lang="tr-TR" dirty="0">
                <a:latin typeface="Consolas" panose="020B0609020204030204" pitchFamily="49" charset="0"/>
              </a:rPr>
              <a:t>{</a:t>
            </a:r>
          </a:p>
          <a:p>
            <a:r>
              <a:rPr lang="tr-TR" dirty="0">
                <a:latin typeface="Consolas" panose="020B0609020204030204" pitchFamily="49" charset="0"/>
              </a:rPr>
              <a:t>        foreach (Transform child in transform) {</a:t>
            </a:r>
          </a:p>
          <a:p>
            <a:r>
              <a:rPr lang="tr-TR" dirty="0">
                <a:latin typeface="Consolas" panose="020B0609020204030204" pitchFamily="49" charset="0"/>
              </a:rPr>
              <a:t>            child.position += Vector3.up * 10.0F;</a:t>
            </a:r>
          </a:p>
          <a:p>
            <a:r>
              <a:rPr lang="tr-TR" dirty="0">
                <a:latin typeface="Consolas" panose="020B0609020204030204" pitchFamily="49" charset="0"/>
              </a:rPr>
              <a:t>        }</a:t>
            </a:r>
          </a:p>
          <a:p>
            <a:r>
              <a:rPr lang="tr-TR" dirty="0">
                <a:latin typeface="Consolas" panose="020B0609020204030204" pitchFamily="49" charset="0"/>
              </a:rPr>
              <a:t>    }</a:t>
            </a:r>
          </a:p>
          <a:p>
            <a:r>
              <a:rPr lang="tr-TR" dirty="0">
                <a:latin typeface="Consolas" panose="020B0609020204030204" pitchFamily="49" charset="0"/>
              </a:rPr>
              <a:t>}</a:t>
            </a:r>
          </a:p>
        </p:txBody>
      </p:sp>
      <p:sp>
        <p:nvSpPr>
          <p:cNvPr id="4" name="Footer Placeholder 3">
            <a:extLst>
              <a:ext uri="{FF2B5EF4-FFF2-40B4-BE49-F238E27FC236}">
                <a16:creationId xmlns:a16="http://schemas.microsoft.com/office/drawing/2014/main" id="{5ECBBC41-0D64-4C8D-A80B-F660A5AECAB2}"/>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7407500E-1697-460D-95EC-4789A9CEC12D}"/>
              </a:ext>
            </a:extLst>
          </p:cNvPr>
          <p:cNvSpPr>
            <a:spLocks noGrp="1"/>
          </p:cNvSpPr>
          <p:nvPr>
            <p:ph type="sldNum" sz="quarter" idx="12"/>
          </p:nvPr>
        </p:nvSpPr>
        <p:spPr/>
        <p:txBody>
          <a:bodyPr/>
          <a:lstStyle/>
          <a:p>
            <a:fld id="{2698BB43-DB97-4C55-8D33-CA4AB6A13C97}" type="slidenum">
              <a:rPr lang="tr-TR" smtClean="0"/>
              <a:t>29</a:t>
            </a:fld>
            <a:endParaRPr lang="tr-TR"/>
          </a:p>
        </p:txBody>
      </p:sp>
    </p:spTree>
    <p:extLst>
      <p:ext uri="{BB962C8B-B14F-4D97-AF65-F5344CB8AC3E}">
        <p14:creationId xmlns:p14="http://schemas.microsoft.com/office/powerpoint/2010/main" val="4071158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3A36D-6FB2-4AFE-8EED-CA37AD163350}"/>
              </a:ext>
            </a:extLst>
          </p:cNvPr>
          <p:cNvSpPr>
            <a:spLocks noGrp="1"/>
          </p:cNvSpPr>
          <p:nvPr>
            <p:ph type="title"/>
          </p:nvPr>
        </p:nvSpPr>
        <p:spPr/>
        <p:txBody>
          <a:bodyPr/>
          <a:lstStyle/>
          <a:p>
            <a:r>
              <a:rPr lang="en-US" dirty="0"/>
              <a:t>Rigidbody</a:t>
            </a:r>
            <a:endParaRPr lang="tr-TR" dirty="0"/>
          </a:p>
        </p:txBody>
      </p:sp>
      <p:sp>
        <p:nvSpPr>
          <p:cNvPr id="3" name="Content Placeholder 2">
            <a:extLst>
              <a:ext uri="{FF2B5EF4-FFF2-40B4-BE49-F238E27FC236}">
                <a16:creationId xmlns:a16="http://schemas.microsoft.com/office/drawing/2014/main" id="{E87B15D4-28D0-44C1-B067-DF97957C9678}"/>
              </a:ext>
            </a:extLst>
          </p:cNvPr>
          <p:cNvSpPr>
            <a:spLocks noGrp="1"/>
          </p:cNvSpPr>
          <p:nvPr>
            <p:ph idx="1"/>
          </p:nvPr>
        </p:nvSpPr>
        <p:spPr/>
        <p:txBody>
          <a:bodyPr/>
          <a:lstStyle/>
          <a:p>
            <a:r>
              <a:rPr lang="en-US" dirty="0" err="1"/>
              <a:t>AddForce</a:t>
            </a:r>
            <a:r>
              <a:rPr lang="en-US" dirty="0"/>
              <a:t>	Adds a force to the Rigidbody.</a:t>
            </a:r>
          </a:p>
          <a:p>
            <a:r>
              <a:rPr lang="en-US" dirty="0"/>
              <a:t>Control of an object's position through physics simulation.</a:t>
            </a:r>
          </a:p>
          <a:p>
            <a:r>
              <a:rPr lang="en-US" dirty="0"/>
              <a:t>In a script, the </a:t>
            </a:r>
            <a:r>
              <a:rPr lang="en-US" u="sng" dirty="0" err="1">
                <a:hlinkClick r:id="rId2"/>
              </a:rPr>
              <a:t>FixedUpdate</a:t>
            </a:r>
            <a:r>
              <a:rPr lang="en-US" dirty="0"/>
              <a:t> function is recommended as the place to apply forces and change Rigidbody settings</a:t>
            </a:r>
            <a:endParaRPr lang="tr-TR" dirty="0"/>
          </a:p>
        </p:txBody>
      </p:sp>
      <p:sp>
        <p:nvSpPr>
          <p:cNvPr id="4" name="Footer Placeholder 3">
            <a:extLst>
              <a:ext uri="{FF2B5EF4-FFF2-40B4-BE49-F238E27FC236}">
                <a16:creationId xmlns:a16="http://schemas.microsoft.com/office/drawing/2014/main" id="{454CB57F-B88E-445D-8730-8403DA464ED8}"/>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8F64823B-CC43-4C7A-8019-E415EAC548AB}"/>
              </a:ext>
            </a:extLst>
          </p:cNvPr>
          <p:cNvSpPr>
            <a:spLocks noGrp="1"/>
          </p:cNvSpPr>
          <p:nvPr>
            <p:ph type="sldNum" sz="quarter" idx="12"/>
          </p:nvPr>
        </p:nvSpPr>
        <p:spPr/>
        <p:txBody>
          <a:bodyPr/>
          <a:lstStyle/>
          <a:p>
            <a:fld id="{2698BB43-DB97-4C55-8D33-CA4AB6A13C97}" type="slidenum">
              <a:rPr lang="tr-TR" smtClean="0"/>
              <a:t>30</a:t>
            </a:fld>
            <a:endParaRPr lang="tr-TR"/>
          </a:p>
        </p:txBody>
      </p:sp>
    </p:spTree>
    <p:extLst>
      <p:ext uri="{BB962C8B-B14F-4D97-AF65-F5344CB8AC3E}">
        <p14:creationId xmlns:p14="http://schemas.microsoft.com/office/powerpoint/2010/main" val="3816903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4996D-9EF6-4E61-8153-E3F9E7EF31F1}"/>
              </a:ext>
            </a:extLst>
          </p:cNvPr>
          <p:cNvSpPr>
            <a:spLocks noGrp="1"/>
          </p:cNvSpPr>
          <p:nvPr>
            <p:ph type="title"/>
          </p:nvPr>
        </p:nvSpPr>
        <p:spPr/>
        <p:txBody>
          <a:bodyPr/>
          <a:lstStyle/>
          <a:p>
            <a:r>
              <a:rPr lang="en-US" dirty="0"/>
              <a:t>Colliders &amp; Collision</a:t>
            </a:r>
            <a:endParaRPr lang="tr-TR" dirty="0"/>
          </a:p>
        </p:txBody>
      </p:sp>
      <p:sp>
        <p:nvSpPr>
          <p:cNvPr id="3" name="Content Placeholder 2">
            <a:extLst>
              <a:ext uri="{FF2B5EF4-FFF2-40B4-BE49-F238E27FC236}">
                <a16:creationId xmlns:a16="http://schemas.microsoft.com/office/drawing/2014/main" id="{BC28B099-4D2E-4AD5-AE4D-D07300268E60}"/>
              </a:ext>
            </a:extLst>
          </p:cNvPr>
          <p:cNvSpPr>
            <a:spLocks noGrp="1"/>
          </p:cNvSpPr>
          <p:nvPr>
            <p:ph idx="1"/>
          </p:nvPr>
        </p:nvSpPr>
        <p:spPr/>
        <p:txBody>
          <a:bodyPr/>
          <a:lstStyle/>
          <a:p>
            <a:r>
              <a:rPr lang="en-US" b="1" dirty="0"/>
              <a:t>Collider</a:t>
            </a:r>
            <a:r>
              <a:rPr lang="en-US" dirty="0"/>
              <a:t> components define the shape of an object for the purposes of physical collisions. A collider, which is invisible, need not be the exact same shape as the object’s mesh.</a:t>
            </a:r>
            <a:endParaRPr lang="tr-TR" dirty="0"/>
          </a:p>
        </p:txBody>
      </p:sp>
      <p:graphicFrame>
        <p:nvGraphicFramePr>
          <p:cNvPr id="4" name="Content Placeholder 3">
            <a:extLst>
              <a:ext uri="{FF2B5EF4-FFF2-40B4-BE49-F238E27FC236}">
                <a16:creationId xmlns:a16="http://schemas.microsoft.com/office/drawing/2014/main" id="{00E8A5AF-0D2A-4213-BB48-EFADF771302E}"/>
              </a:ext>
            </a:extLst>
          </p:cNvPr>
          <p:cNvGraphicFramePr>
            <a:graphicFrameLocks/>
          </p:cNvGraphicFramePr>
          <p:nvPr>
            <p:extLst>
              <p:ext uri="{D42A27DB-BD31-4B8C-83A1-F6EECF244321}">
                <p14:modId xmlns:p14="http://schemas.microsoft.com/office/powerpoint/2010/main" val="1721894981"/>
              </p:ext>
            </p:extLst>
          </p:nvPr>
        </p:nvGraphicFramePr>
        <p:xfrm>
          <a:off x="838200" y="3627913"/>
          <a:ext cx="10207752" cy="1965960"/>
        </p:xfrm>
        <a:graphic>
          <a:graphicData uri="http://schemas.openxmlformats.org/drawingml/2006/table">
            <a:tbl>
              <a:tblPr/>
              <a:tblGrid>
                <a:gridCol w="1713079">
                  <a:extLst>
                    <a:ext uri="{9D8B030D-6E8A-4147-A177-3AD203B41FA5}">
                      <a16:colId xmlns:a16="http://schemas.microsoft.com/office/drawing/2014/main" val="2472215466"/>
                    </a:ext>
                  </a:extLst>
                </a:gridCol>
                <a:gridCol w="8494673">
                  <a:extLst>
                    <a:ext uri="{9D8B030D-6E8A-4147-A177-3AD203B41FA5}">
                      <a16:colId xmlns:a16="http://schemas.microsoft.com/office/drawing/2014/main" val="1155854856"/>
                    </a:ext>
                  </a:extLst>
                </a:gridCol>
              </a:tblGrid>
              <a:tr h="0">
                <a:tc>
                  <a:txBody>
                    <a:bodyPr/>
                    <a:lstStyle/>
                    <a:p>
                      <a:pPr fontAlgn="t"/>
                      <a:r>
                        <a:rPr lang="tr-TR" u="sng" dirty="0">
                          <a:solidFill>
                            <a:srgbClr val="B83C82"/>
                          </a:solidFill>
                          <a:effectLst/>
                          <a:hlinkClick r:id="rId2"/>
                        </a:rPr>
                        <a:t>OnCollisionEnter</a:t>
                      </a:r>
                      <a:endParaRPr lang="tr-TR" dirty="0">
                        <a:effectLst/>
                      </a:endParaRPr>
                    </a:p>
                  </a:txBody>
                  <a:tcPr marL="76200" marR="76200" marT="53340" marB="53340">
                    <a:lnL>
                      <a:noFill/>
                    </a:lnL>
                    <a:lnR>
                      <a:noFill/>
                    </a:lnR>
                    <a:lnT>
                      <a:noFill/>
                    </a:lnT>
                    <a:lnB>
                      <a:noFill/>
                    </a:lnB>
                    <a:solidFill>
                      <a:srgbClr val="F8F8F8"/>
                    </a:solidFill>
                  </a:tcPr>
                </a:tc>
                <a:tc>
                  <a:txBody>
                    <a:bodyPr/>
                    <a:lstStyle/>
                    <a:p>
                      <a:pPr fontAlgn="t"/>
                      <a:r>
                        <a:rPr lang="en-US" dirty="0" err="1">
                          <a:effectLst/>
                        </a:rPr>
                        <a:t>OnCollisionEnter</a:t>
                      </a:r>
                      <a:r>
                        <a:rPr lang="en-US" dirty="0">
                          <a:effectLst/>
                        </a:rPr>
                        <a:t> is called when this collider/</a:t>
                      </a:r>
                      <a:r>
                        <a:rPr lang="en-US" dirty="0" err="1">
                          <a:effectLst/>
                        </a:rPr>
                        <a:t>rigidbody</a:t>
                      </a:r>
                      <a:r>
                        <a:rPr lang="en-US" dirty="0">
                          <a:effectLst/>
                        </a:rPr>
                        <a:t> has begun touching another </a:t>
                      </a:r>
                      <a:r>
                        <a:rPr lang="en-US" dirty="0" err="1">
                          <a:effectLst/>
                        </a:rPr>
                        <a:t>rigidbody</a:t>
                      </a:r>
                      <a:r>
                        <a:rPr lang="en-US" dirty="0">
                          <a:effectLst/>
                        </a:rPr>
                        <a:t>/collider.</a:t>
                      </a:r>
                    </a:p>
                  </a:txBody>
                  <a:tcPr marL="76200" marR="76200" marT="53340" marB="53340">
                    <a:lnL>
                      <a:noFill/>
                    </a:lnL>
                    <a:lnR>
                      <a:noFill/>
                    </a:lnR>
                    <a:lnT>
                      <a:noFill/>
                    </a:lnT>
                    <a:lnB>
                      <a:noFill/>
                    </a:lnB>
                    <a:solidFill>
                      <a:srgbClr val="F8F8F8"/>
                    </a:solidFill>
                  </a:tcPr>
                </a:tc>
                <a:extLst>
                  <a:ext uri="{0D108BD9-81ED-4DB2-BD59-A6C34878D82A}">
                    <a16:rowId xmlns:a16="http://schemas.microsoft.com/office/drawing/2014/main" val="3170576252"/>
                  </a:ext>
                </a:extLst>
              </a:tr>
              <a:tr h="0">
                <a:tc>
                  <a:txBody>
                    <a:bodyPr/>
                    <a:lstStyle/>
                    <a:p>
                      <a:pPr fontAlgn="t"/>
                      <a:r>
                        <a:rPr lang="tr-TR" u="sng" dirty="0">
                          <a:solidFill>
                            <a:srgbClr val="B83C82"/>
                          </a:solidFill>
                          <a:effectLst/>
                          <a:hlinkClick r:id="rId3"/>
                        </a:rPr>
                        <a:t>OnCollisionExit</a:t>
                      </a:r>
                      <a:endParaRPr lang="tr-TR" dirty="0">
                        <a:effectLst/>
                      </a:endParaRPr>
                    </a:p>
                  </a:txBody>
                  <a:tcPr marL="76200" marR="76200" marT="53340" marB="53340">
                    <a:lnL>
                      <a:noFill/>
                    </a:lnL>
                    <a:lnR>
                      <a:noFill/>
                    </a:lnR>
                    <a:lnT>
                      <a:noFill/>
                    </a:lnT>
                    <a:lnB>
                      <a:noFill/>
                    </a:lnB>
                  </a:tcPr>
                </a:tc>
                <a:tc>
                  <a:txBody>
                    <a:bodyPr/>
                    <a:lstStyle/>
                    <a:p>
                      <a:pPr fontAlgn="t"/>
                      <a:r>
                        <a:rPr lang="en-US" dirty="0" err="1">
                          <a:effectLst/>
                        </a:rPr>
                        <a:t>OnCollisionEnter</a:t>
                      </a:r>
                      <a:r>
                        <a:rPr lang="en-US" dirty="0">
                          <a:effectLst/>
                        </a:rPr>
                        <a:t> is called when this collider/</a:t>
                      </a:r>
                      <a:r>
                        <a:rPr lang="en-US" dirty="0" err="1">
                          <a:effectLst/>
                        </a:rPr>
                        <a:t>rigidbody</a:t>
                      </a:r>
                      <a:r>
                        <a:rPr lang="en-US" dirty="0">
                          <a:effectLst/>
                        </a:rPr>
                        <a:t> has stopped touching another </a:t>
                      </a:r>
                      <a:r>
                        <a:rPr lang="en-US" dirty="0" err="1">
                          <a:effectLst/>
                        </a:rPr>
                        <a:t>rigidbody</a:t>
                      </a:r>
                      <a:r>
                        <a:rPr lang="en-US" dirty="0">
                          <a:effectLst/>
                        </a:rPr>
                        <a:t>/collider.</a:t>
                      </a:r>
                    </a:p>
                  </a:txBody>
                  <a:tcPr marL="76200" marR="76200" marT="53340" marB="53340">
                    <a:lnL>
                      <a:noFill/>
                    </a:lnL>
                    <a:lnR>
                      <a:noFill/>
                    </a:lnR>
                    <a:lnT>
                      <a:noFill/>
                    </a:lnT>
                    <a:lnB>
                      <a:noFill/>
                    </a:lnB>
                  </a:tcPr>
                </a:tc>
                <a:extLst>
                  <a:ext uri="{0D108BD9-81ED-4DB2-BD59-A6C34878D82A}">
                    <a16:rowId xmlns:a16="http://schemas.microsoft.com/office/drawing/2014/main" val="4253466313"/>
                  </a:ext>
                </a:extLst>
              </a:tr>
              <a:tr h="0">
                <a:tc>
                  <a:txBody>
                    <a:bodyPr/>
                    <a:lstStyle/>
                    <a:p>
                      <a:pPr fontAlgn="t"/>
                      <a:r>
                        <a:rPr lang="tr-TR" u="sng" dirty="0">
                          <a:solidFill>
                            <a:srgbClr val="B83C82"/>
                          </a:solidFill>
                          <a:effectLst/>
                          <a:hlinkClick r:id="rId4"/>
                        </a:rPr>
                        <a:t>OnCollisionStay</a:t>
                      </a:r>
                      <a:endParaRPr lang="tr-TR" dirty="0">
                        <a:effectLst/>
                      </a:endParaRPr>
                    </a:p>
                  </a:txBody>
                  <a:tcPr marL="76200" marR="76200" marT="53340" marB="53340">
                    <a:lnL>
                      <a:noFill/>
                    </a:lnL>
                    <a:lnR>
                      <a:noFill/>
                    </a:lnR>
                    <a:lnT>
                      <a:noFill/>
                    </a:lnT>
                    <a:lnB>
                      <a:noFill/>
                    </a:lnB>
                    <a:solidFill>
                      <a:srgbClr val="F8F8F8"/>
                    </a:solidFill>
                  </a:tcPr>
                </a:tc>
                <a:tc>
                  <a:txBody>
                    <a:bodyPr/>
                    <a:lstStyle/>
                    <a:p>
                      <a:pPr fontAlgn="t"/>
                      <a:r>
                        <a:rPr lang="en-US" dirty="0" err="1">
                          <a:effectLst/>
                        </a:rPr>
                        <a:t>OnCollisionStay</a:t>
                      </a:r>
                      <a:r>
                        <a:rPr lang="en-US" dirty="0">
                          <a:effectLst/>
                        </a:rPr>
                        <a:t> is called once per frame for every collider/</a:t>
                      </a:r>
                      <a:r>
                        <a:rPr lang="en-US" dirty="0" err="1">
                          <a:effectLst/>
                        </a:rPr>
                        <a:t>rigidbody</a:t>
                      </a:r>
                      <a:r>
                        <a:rPr lang="en-US" dirty="0">
                          <a:effectLst/>
                        </a:rPr>
                        <a:t> that is touching </a:t>
                      </a:r>
                      <a:r>
                        <a:rPr lang="en-US" dirty="0" err="1">
                          <a:effectLst/>
                        </a:rPr>
                        <a:t>rigidbody</a:t>
                      </a:r>
                      <a:r>
                        <a:rPr lang="en-US" dirty="0">
                          <a:effectLst/>
                        </a:rPr>
                        <a:t>/collider.</a:t>
                      </a:r>
                    </a:p>
                  </a:txBody>
                  <a:tcPr marL="76200" marR="76200" marT="53340" marB="53340">
                    <a:lnL>
                      <a:noFill/>
                    </a:lnL>
                    <a:lnR>
                      <a:noFill/>
                    </a:lnR>
                    <a:lnT>
                      <a:noFill/>
                    </a:lnT>
                    <a:lnB>
                      <a:noFill/>
                    </a:lnB>
                    <a:solidFill>
                      <a:srgbClr val="F8F8F8"/>
                    </a:solidFill>
                  </a:tcPr>
                </a:tc>
                <a:extLst>
                  <a:ext uri="{0D108BD9-81ED-4DB2-BD59-A6C34878D82A}">
                    <a16:rowId xmlns:a16="http://schemas.microsoft.com/office/drawing/2014/main" val="1433081946"/>
                  </a:ext>
                </a:extLst>
              </a:tr>
            </a:tbl>
          </a:graphicData>
        </a:graphic>
      </p:graphicFrame>
      <p:sp>
        <p:nvSpPr>
          <p:cNvPr id="5" name="Footer Placeholder 4">
            <a:extLst>
              <a:ext uri="{FF2B5EF4-FFF2-40B4-BE49-F238E27FC236}">
                <a16:creationId xmlns:a16="http://schemas.microsoft.com/office/drawing/2014/main" id="{F0807203-8AA0-4902-8507-CF103137819E}"/>
              </a:ext>
            </a:extLst>
          </p:cNvPr>
          <p:cNvSpPr>
            <a:spLocks noGrp="1"/>
          </p:cNvSpPr>
          <p:nvPr>
            <p:ph type="ftr" sz="quarter" idx="11"/>
          </p:nvPr>
        </p:nvSpPr>
        <p:spPr/>
        <p:txBody>
          <a:bodyPr/>
          <a:lstStyle/>
          <a:p>
            <a:r>
              <a:rPr lang="tr-TR"/>
              <a:t>K.O.  2018-2019 - Week 3</a:t>
            </a:r>
          </a:p>
        </p:txBody>
      </p:sp>
      <p:sp>
        <p:nvSpPr>
          <p:cNvPr id="6" name="Slide Number Placeholder 5">
            <a:extLst>
              <a:ext uri="{FF2B5EF4-FFF2-40B4-BE49-F238E27FC236}">
                <a16:creationId xmlns:a16="http://schemas.microsoft.com/office/drawing/2014/main" id="{D9EA022A-D174-4B0F-B712-291F65884C08}"/>
              </a:ext>
            </a:extLst>
          </p:cNvPr>
          <p:cNvSpPr>
            <a:spLocks noGrp="1"/>
          </p:cNvSpPr>
          <p:nvPr>
            <p:ph type="sldNum" sz="quarter" idx="12"/>
          </p:nvPr>
        </p:nvSpPr>
        <p:spPr/>
        <p:txBody>
          <a:bodyPr/>
          <a:lstStyle/>
          <a:p>
            <a:fld id="{2698BB43-DB97-4C55-8D33-CA4AB6A13C97}" type="slidenum">
              <a:rPr lang="tr-TR" smtClean="0"/>
              <a:t>31</a:t>
            </a:fld>
            <a:endParaRPr lang="tr-TR"/>
          </a:p>
        </p:txBody>
      </p:sp>
    </p:spTree>
    <p:extLst>
      <p:ext uri="{BB962C8B-B14F-4D97-AF65-F5344CB8AC3E}">
        <p14:creationId xmlns:p14="http://schemas.microsoft.com/office/powerpoint/2010/main" val="41383593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51FC-889D-4FEB-BA0F-6FFC07198D1D}"/>
              </a:ext>
            </a:extLst>
          </p:cNvPr>
          <p:cNvSpPr>
            <a:spLocks noGrp="1"/>
          </p:cNvSpPr>
          <p:nvPr>
            <p:ph type="title"/>
          </p:nvPr>
        </p:nvSpPr>
        <p:spPr/>
        <p:txBody>
          <a:bodyPr/>
          <a:lstStyle/>
          <a:p>
            <a:r>
              <a:rPr lang="en-US" dirty="0"/>
              <a:t>Trigger</a:t>
            </a:r>
            <a:endParaRPr lang="tr-TR" dirty="0"/>
          </a:p>
        </p:txBody>
      </p:sp>
      <p:sp>
        <p:nvSpPr>
          <p:cNvPr id="3" name="Content Placeholder 2">
            <a:extLst>
              <a:ext uri="{FF2B5EF4-FFF2-40B4-BE49-F238E27FC236}">
                <a16:creationId xmlns:a16="http://schemas.microsoft.com/office/drawing/2014/main" id="{D0C1BD8C-9F3D-41F5-AB82-75CBD7BB59F9}"/>
              </a:ext>
            </a:extLst>
          </p:cNvPr>
          <p:cNvSpPr>
            <a:spLocks noGrp="1"/>
          </p:cNvSpPr>
          <p:nvPr>
            <p:ph idx="1"/>
          </p:nvPr>
        </p:nvSpPr>
        <p:spPr/>
        <p:txBody>
          <a:bodyPr>
            <a:normAutofit lnSpcReduction="10000"/>
          </a:bodyPr>
          <a:lstStyle/>
          <a:p>
            <a:r>
              <a:rPr lang="en-US" dirty="0"/>
              <a:t> </a:t>
            </a:r>
            <a:r>
              <a:rPr lang="en-US" dirty="0" err="1"/>
              <a:t>OnCollisionEnter</a:t>
            </a:r>
            <a:r>
              <a:rPr lang="en-US" dirty="0"/>
              <a:t> is called when two colliders hit. </a:t>
            </a:r>
            <a:r>
              <a:rPr lang="en-US" dirty="0" err="1"/>
              <a:t>OnTriggerEnter</a:t>
            </a:r>
            <a:r>
              <a:rPr lang="en-US" dirty="0"/>
              <a:t> is called when a collider enters a trigger (i.e. a collider with "</a:t>
            </a:r>
            <a:r>
              <a:rPr lang="en-US" dirty="0" err="1"/>
              <a:t>IsTrigger</a:t>
            </a:r>
            <a:r>
              <a:rPr lang="en-US" dirty="0"/>
              <a:t>" set).</a:t>
            </a:r>
          </a:p>
          <a:p>
            <a:r>
              <a:rPr lang="tr-TR" b="1" dirty="0"/>
              <a:t>OnTriggerEnter(Collider)</a:t>
            </a:r>
            <a:r>
              <a:rPr lang="en-US" b="1" dirty="0"/>
              <a:t> </a:t>
            </a:r>
          </a:p>
          <a:p>
            <a:pPr lvl="1"/>
            <a:r>
              <a:rPr lang="en-US" dirty="0" err="1"/>
              <a:t>OnTriggerEnter</a:t>
            </a:r>
            <a:r>
              <a:rPr lang="en-US" dirty="0"/>
              <a:t> is called when the Collider other enters the trigger</a:t>
            </a:r>
            <a:r>
              <a:rPr lang="en-US" b="1" dirty="0"/>
              <a:t>.</a:t>
            </a:r>
          </a:p>
          <a:p>
            <a:r>
              <a:rPr lang="en-US" b="1" dirty="0" err="1"/>
              <a:t>OnTriggerStay</a:t>
            </a:r>
            <a:r>
              <a:rPr lang="tr-TR" b="1" dirty="0"/>
              <a:t>(Collider)</a:t>
            </a:r>
            <a:r>
              <a:rPr lang="en-US" b="1" dirty="0"/>
              <a:t> </a:t>
            </a:r>
          </a:p>
          <a:p>
            <a:pPr lvl="1"/>
            <a:r>
              <a:rPr lang="en-US" dirty="0" err="1"/>
              <a:t>OnTriggerStay</a:t>
            </a:r>
            <a:r>
              <a:rPr lang="en-US" dirty="0"/>
              <a:t> is called </a:t>
            </a:r>
            <a:r>
              <a:rPr lang="en-US" i="1" dirty="0"/>
              <a:t>almost</a:t>
            </a:r>
            <a:r>
              <a:rPr lang="en-US" dirty="0"/>
              <a:t> all the frames for every </a:t>
            </a:r>
            <a:r>
              <a:rPr lang="en-US" u="sng" dirty="0">
                <a:hlinkClick r:id="rId2"/>
              </a:rPr>
              <a:t>Collider</a:t>
            </a:r>
            <a:r>
              <a:rPr lang="en-US" dirty="0"/>
              <a:t> </a:t>
            </a:r>
            <a:r>
              <a:rPr lang="en-US" b="1" dirty="0"/>
              <a:t>other</a:t>
            </a:r>
            <a:r>
              <a:rPr lang="en-US" dirty="0"/>
              <a:t> that is touching the trigger.</a:t>
            </a:r>
          </a:p>
          <a:p>
            <a:r>
              <a:rPr lang="en-US" b="1" dirty="0" err="1"/>
              <a:t>OnTriggerExit</a:t>
            </a:r>
            <a:r>
              <a:rPr lang="tr-TR" b="1" dirty="0"/>
              <a:t>(Collider)</a:t>
            </a:r>
            <a:r>
              <a:rPr lang="en-US" b="1" dirty="0"/>
              <a:t> </a:t>
            </a:r>
          </a:p>
          <a:p>
            <a:pPr lvl="1"/>
            <a:r>
              <a:rPr lang="en-US" dirty="0"/>
              <a:t> </a:t>
            </a:r>
            <a:r>
              <a:rPr lang="en-US" dirty="0" err="1"/>
              <a:t>OnTriggerExit</a:t>
            </a:r>
            <a:r>
              <a:rPr lang="en-US" dirty="0"/>
              <a:t> is called when the Collider other has stopped touching the trigger.</a:t>
            </a:r>
            <a:endParaRPr lang="tr-TR" dirty="0"/>
          </a:p>
          <a:p>
            <a:endParaRPr lang="tr-TR" dirty="0"/>
          </a:p>
        </p:txBody>
      </p:sp>
      <p:sp>
        <p:nvSpPr>
          <p:cNvPr id="4" name="Footer Placeholder 3">
            <a:extLst>
              <a:ext uri="{FF2B5EF4-FFF2-40B4-BE49-F238E27FC236}">
                <a16:creationId xmlns:a16="http://schemas.microsoft.com/office/drawing/2014/main" id="{EB3F1665-16F5-42AF-9FEF-838BCA17DBE4}"/>
              </a:ext>
            </a:extLst>
          </p:cNvPr>
          <p:cNvSpPr>
            <a:spLocks noGrp="1"/>
          </p:cNvSpPr>
          <p:nvPr>
            <p:ph type="ftr" sz="quarter" idx="11"/>
          </p:nvPr>
        </p:nvSpPr>
        <p:spPr/>
        <p:txBody>
          <a:bodyPr/>
          <a:lstStyle/>
          <a:p>
            <a:r>
              <a:rPr lang="tr-TR"/>
              <a:t>K.O.  2018-2019 - Week 3</a:t>
            </a:r>
          </a:p>
        </p:txBody>
      </p:sp>
      <p:sp>
        <p:nvSpPr>
          <p:cNvPr id="5" name="Slide Number Placeholder 4">
            <a:extLst>
              <a:ext uri="{FF2B5EF4-FFF2-40B4-BE49-F238E27FC236}">
                <a16:creationId xmlns:a16="http://schemas.microsoft.com/office/drawing/2014/main" id="{BDC39032-DDF0-4F01-8A82-FDCB6B8AABA5}"/>
              </a:ext>
            </a:extLst>
          </p:cNvPr>
          <p:cNvSpPr>
            <a:spLocks noGrp="1"/>
          </p:cNvSpPr>
          <p:nvPr>
            <p:ph type="sldNum" sz="quarter" idx="12"/>
          </p:nvPr>
        </p:nvSpPr>
        <p:spPr/>
        <p:txBody>
          <a:bodyPr/>
          <a:lstStyle/>
          <a:p>
            <a:fld id="{2698BB43-DB97-4C55-8D33-CA4AB6A13C97}" type="slidenum">
              <a:rPr lang="tr-TR" smtClean="0"/>
              <a:t>32</a:t>
            </a:fld>
            <a:endParaRPr lang="tr-TR"/>
          </a:p>
        </p:txBody>
      </p:sp>
    </p:spTree>
    <p:extLst>
      <p:ext uri="{BB962C8B-B14F-4D97-AF65-F5344CB8AC3E}">
        <p14:creationId xmlns:p14="http://schemas.microsoft.com/office/powerpoint/2010/main" val="19848406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A98C-507B-4F5F-96C8-7730C5625717}"/>
              </a:ext>
            </a:extLst>
          </p:cNvPr>
          <p:cNvSpPr>
            <a:spLocks noGrp="1"/>
          </p:cNvSpPr>
          <p:nvPr>
            <p:ph type="title"/>
          </p:nvPr>
        </p:nvSpPr>
        <p:spPr/>
        <p:txBody>
          <a:bodyPr/>
          <a:lstStyle/>
          <a:p>
            <a:r>
              <a:rPr lang="tr-TR" dirty="0"/>
              <a:t>OnCollisionEnter</a:t>
            </a:r>
          </a:p>
        </p:txBody>
      </p:sp>
      <p:sp>
        <p:nvSpPr>
          <p:cNvPr id="4" name="Rectangle 1">
            <a:extLst>
              <a:ext uri="{FF2B5EF4-FFF2-40B4-BE49-F238E27FC236}">
                <a16:creationId xmlns:a16="http://schemas.microsoft.com/office/drawing/2014/main" id="{DB6065EE-339F-4015-9D01-506C685B1D23}"/>
              </a:ext>
            </a:extLst>
          </p:cNvPr>
          <p:cNvSpPr>
            <a:spLocks noGrp="1" noChangeArrowheads="1"/>
          </p:cNvSpPr>
          <p:nvPr>
            <p:ph idx="1"/>
          </p:nvPr>
        </p:nvSpPr>
        <p:spPr bwMode="auto">
          <a:xfrm>
            <a:off x="967666" y="2244530"/>
            <a:ext cx="9435886" cy="38856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0440" numCol="1" anchor="ctr" anchorCtr="0" compatLnSpc="1">
            <a:prstTxWarp prst="textNoShape">
              <a:avLst/>
            </a:prstTxWarp>
            <a:spAutoFit/>
          </a:bodyPr>
          <a:lstStyle/>
          <a:p>
            <a:pPr marL="914400" lvl="2" indent="0" eaLnBrk="0" fontAlgn="base" hangingPunct="0">
              <a:lnSpc>
                <a:spcPct val="100000"/>
              </a:lnSpc>
              <a:spcBef>
                <a:spcPct val="0"/>
              </a:spcBef>
              <a:spcAft>
                <a:spcPct val="0"/>
              </a:spcAft>
              <a:buNone/>
            </a:pPr>
            <a:r>
              <a:rPr kumimoji="0" lang="tr-TR" altLang="tr-TR" b="0" i="0" u="none" strike="noStrike" cap="none" normalizeH="0" baseline="0" dirty="0">
                <a:ln>
                  <a:noFill/>
                </a:ln>
                <a:effectLst/>
                <a:latin typeface="Consolas" panose="020B0609020204030204" pitchFamily="49" charset="0"/>
              </a:rPr>
              <a:t>using UnityEngine;</a:t>
            </a:r>
            <a:endParaRPr lang="en-US" altLang="tr-TR" dirty="0">
              <a:latin typeface="Consolas" panose="020B0609020204030204" pitchFamily="49" charset="0"/>
            </a:endParaRPr>
          </a:p>
          <a:p>
            <a:pPr marL="914400" lvl="2" indent="0" eaLnBrk="0" fontAlgn="base" hangingPunct="0">
              <a:lnSpc>
                <a:spcPct val="100000"/>
              </a:lnSpc>
              <a:spcBef>
                <a:spcPct val="0"/>
              </a:spcBef>
              <a:spcAft>
                <a:spcPct val="0"/>
              </a:spcAft>
              <a:buNone/>
            </a:pPr>
            <a:r>
              <a:rPr kumimoji="0" lang="tr-TR" altLang="tr-TR" b="0" i="0" u="none" strike="noStrike" cap="none" normalizeH="0" baseline="0" dirty="0">
                <a:ln>
                  <a:noFill/>
                </a:ln>
                <a:effectLst/>
                <a:latin typeface="Consolas" panose="020B0609020204030204" pitchFamily="49" charset="0"/>
              </a:rPr>
              <a:t> </a:t>
            </a:r>
            <a:br>
              <a:rPr kumimoji="0" lang="tr-TR" altLang="tr-TR" b="0" i="0" u="none" strike="noStrike" cap="none" normalizeH="0" baseline="0" dirty="0">
                <a:ln>
                  <a:noFill/>
                </a:ln>
                <a:effectLst/>
                <a:latin typeface="Consolas" panose="020B0609020204030204" pitchFamily="49" charset="0"/>
              </a:rPr>
            </a:br>
            <a:r>
              <a:rPr kumimoji="0" lang="tr-TR" altLang="tr-TR" b="0" i="0" u="none" strike="noStrike" cap="none" normalizeH="0" baseline="0" dirty="0">
                <a:ln>
                  <a:noFill/>
                </a:ln>
                <a:effectLst/>
                <a:latin typeface="Consolas" panose="020B0609020204030204" pitchFamily="49" charset="0"/>
              </a:rPr>
              <a:t>public class ExampleClass : </a:t>
            </a:r>
            <a:r>
              <a:rPr kumimoji="0" lang="tr-TR" altLang="tr-TR" b="0" i="0" u="sng" strike="noStrike" cap="none" normalizeH="0" baseline="0" dirty="0">
                <a:ln>
                  <a:noFill/>
                </a:ln>
                <a:effectLst/>
                <a:latin typeface="Consolas" panose="020B0609020204030204" pitchFamily="49" charset="0"/>
                <a:hlinkClick r:id="rId2">
                  <a:extLst>
                    <a:ext uri="{A12FA001-AC4F-418D-AE19-62706E023703}">
                      <ahyp:hlinkClr xmlns:ahyp="http://schemas.microsoft.com/office/drawing/2018/hyperlinkcolor" val="tx"/>
                    </a:ext>
                  </a:extLst>
                </a:hlinkClick>
              </a:rPr>
              <a:t>MonoBehaviour</a:t>
            </a:r>
            <a:r>
              <a:rPr kumimoji="0" lang="tr-TR" altLang="tr-TR" b="0" i="0" u="none" strike="noStrike" cap="none" normalizeH="0" baseline="0" dirty="0">
                <a:ln>
                  <a:noFill/>
                </a:ln>
                <a:effectLst/>
                <a:latin typeface="Consolas" panose="020B0609020204030204" pitchFamily="49" charset="0"/>
              </a:rPr>
              <a:t> {</a:t>
            </a:r>
            <a:br>
              <a:rPr kumimoji="0" lang="tr-TR" altLang="tr-TR" b="0" i="0" u="none" strike="noStrike" cap="none" normalizeH="0" baseline="0" dirty="0">
                <a:ln>
                  <a:noFill/>
                </a:ln>
                <a:effectLst/>
                <a:latin typeface="Consolas" panose="020B0609020204030204" pitchFamily="49" charset="0"/>
              </a:rPr>
            </a:br>
            <a:br>
              <a:rPr kumimoji="0" lang="tr-TR" altLang="tr-TR" b="0" i="0" u="none" strike="noStrike" cap="none" normalizeH="0" baseline="0" dirty="0">
                <a:ln>
                  <a:noFill/>
                </a:ln>
                <a:effectLst/>
                <a:latin typeface="Consolas" panose="020B0609020204030204" pitchFamily="49" charset="0"/>
              </a:rPr>
            </a:br>
            <a:r>
              <a:rPr kumimoji="0" lang="tr-TR" altLang="tr-TR" b="0" i="0" u="none" strike="noStrike" cap="none" normalizeH="0" baseline="0" dirty="0">
                <a:ln>
                  <a:noFill/>
                </a:ln>
                <a:effectLst/>
                <a:latin typeface="Consolas" panose="020B0609020204030204" pitchFamily="49" charset="0"/>
              </a:rPr>
              <a:t>void OnCollisionEnter(</a:t>
            </a:r>
            <a:r>
              <a:rPr kumimoji="0" lang="tr-TR" altLang="tr-TR" b="0" i="0" u="sng" strike="noStrike" cap="none" normalizeH="0" baseline="0" dirty="0">
                <a:ln>
                  <a:noFill/>
                </a:ln>
                <a:effectLst/>
                <a:latin typeface="Consolas" panose="020B0609020204030204" pitchFamily="49" charset="0"/>
                <a:hlinkClick r:id="rId3">
                  <a:extLst>
                    <a:ext uri="{A12FA001-AC4F-418D-AE19-62706E023703}">
                      <ahyp:hlinkClr xmlns:ahyp="http://schemas.microsoft.com/office/drawing/2018/hyperlinkcolor" val="tx"/>
                    </a:ext>
                  </a:extLst>
                </a:hlinkClick>
              </a:rPr>
              <a:t>Collision</a:t>
            </a:r>
            <a:r>
              <a:rPr kumimoji="0" lang="tr-TR" altLang="tr-TR" b="0" i="0" u="none" strike="noStrike" cap="none" normalizeH="0" baseline="0" dirty="0">
                <a:ln>
                  <a:noFill/>
                </a:ln>
                <a:effectLst/>
                <a:latin typeface="Consolas" panose="020B0609020204030204" pitchFamily="49" charset="0"/>
              </a:rPr>
              <a:t> collision) </a:t>
            </a:r>
            <a:endParaRPr kumimoji="0" lang="en-US" altLang="tr-TR" b="0" i="0" u="none" strike="noStrike" cap="none" normalizeH="0" baseline="0" dirty="0">
              <a:ln>
                <a:noFill/>
              </a:ln>
              <a:effectLst/>
              <a:latin typeface="Consolas" panose="020B0609020204030204" pitchFamily="49" charset="0"/>
            </a:endParaRPr>
          </a:p>
          <a:p>
            <a:pPr marL="914400" lvl="2" indent="0" eaLnBrk="0" fontAlgn="base" hangingPunct="0">
              <a:lnSpc>
                <a:spcPct val="100000"/>
              </a:lnSpc>
              <a:spcBef>
                <a:spcPct val="0"/>
              </a:spcBef>
              <a:spcAft>
                <a:spcPct val="0"/>
              </a:spcAft>
              <a:buNone/>
            </a:pPr>
            <a:r>
              <a:rPr kumimoji="0" lang="tr-TR" altLang="tr-TR" b="0" i="0" u="none" strike="noStrike" cap="none" normalizeH="0" baseline="0" dirty="0">
                <a:ln>
                  <a:noFill/>
                </a:ln>
                <a:effectLst/>
                <a:latin typeface="Consolas" panose="020B0609020204030204" pitchFamily="49" charset="0"/>
              </a:rPr>
              <a:t>{</a:t>
            </a:r>
            <a:endParaRPr kumimoji="0" lang="en-US" altLang="tr-TR" b="0" i="0" u="none" strike="noStrike" cap="none" normalizeH="0" baseline="0" dirty="0">
              <a:ln>
                <a:noFill/>
              </a:ln>
              <a:effectLst/>
              <a:latin typeface="Consolas" panose="020B0609020204030204" pitchFamily="49" charset="0"/>
            </a:endParaRPr>
          </a:p>
          <a:p>
            <a:pPr marL="914400" lvl="2" indent="0" eaLnBrk="0" fontAlgn="base" hangingPunct="0">
              <a:lnSpc>
                <a:spcPct val="100000"/>
              </a:lnSpc>
              <a:spcBef>
                <a:spcPct val="0"/>
              </a:spcBef>
              <a:spcAft>
                <a:spcPct val="0"/>
              </a:spcAft>
              <a:buNone/>
            </a:pPr>
            <a:r>
              <a:rPr kumimoji="0" lang="tr-TR" altLang="tr-TR" b="0" i="0" u="none" strike="noStrike" cap="none" normalizeH="0" baseline="0" dirty="0">
                <a:ln>
                  <a:noFill/>
                </a:ln>
                <a:effectLst/>
                <a:latin typeface="Consolas" panose="020B0609020204030204" pitchFamily="49" charset="0"/>
              </a:rPr>
              <a:t> foreach (</a:t>
            </a:r>
            <a:r>
              <a:rPr kumimoji="0" lang="tr-TR" altLang="tr-TR" b="0" i="0" u="sng" strike="noStrike" cap="none" normalizeH="0" baseline="0" dirty="0">
                <a:ln>
                  <a:noFill/>
                </a:ln>
                <a:effectLst/>
                <a:latin typeface="Consolas" panose="020B0609020204030204" pitchFamily="49" charset="0"/>
                <a:hlinkClick r:id="rId4">
                  <a:extLst>
                    <a:ext uri="{A12FA001-AC4F-418D-AE19-62706E023703}">
                      <ahyp:hlinkClr xmlns:ahyp="http://schemas.microsoft.com/office/drawing/2018/hyperlinkcolor" val="tx"/>
                    </a:ext>
                  </a:extLst>
                </a:hlinkClick>
              </a:rPr>
              <a:t>ContactPoint</a:t>
            </a:r>
            <a:r>
              <a:rPr kumimoji="0" lang="tr-TR" altLang="tr-TR" b="0" i="0" u="none" strike="noStrike" cap="none" normalizeH="0" baseline="0" dirty="0">
                <a:ln>
                  <a:noFill/>
                </a:ln>
                <a:effectLst/>
                <a:latin typeface="Consolas" panose="020B0609020204030204" pitchFamily="49" charset="0"/>
              </a:rPr>
              <a:t> contact in collision.contacts) </a:t>
            </a:r>
            <a:endParaRPr kumimoji="0" lang="en-US" altLang="tr-TR" b="0" i="0" u="none" strike="noStrike" cap="none" normalizeH="0" baseline="0" dirty="0">
              <a:ln>
                <a:noFill/>
              </a:ln>
              <a:effectLst/>
              <a:latin typeface="Consolas" panose="020B0609020204030204" pitchFamily="49" charset="0"/>
            </a:endParaRPr>
          </a:p>
          <a:p>
            <a:pPr marL="914400" lvl="2" indent="0" eaLnBrk="0" fontAlgn="base" hangingPunct="0">
              <a:lnSpc>
                <a:spcPct val="100000"/>
              </a:lnSpc>
              <a:spcBef>
                <a:spcPct val="0"/>
              </a:spcBef>
              <a:spcAft>
                <a:spcPct val="0"/>
              </a:spcAft>
              <a:buNone/>
            </a:pPr>
            <a:r>
              <a:rPr lang="tr-TR" altLang="tr-TR" dirty="0">
                <a:latin typeface="Consolas" panose="020B0609020204030204" pitchFamily="49" charset="0"/>
              </a:rPr>
              <a:t> </a:t>
            </a:r>
            <a:r>
              <a:rPr lang="en-US" altLang="tr-TR" dirty="0">
                <a:latin typeface="Consolas" panose="020B0609020204030204" pitchFamily="49" charset="0"/>
              </a:rPr>
              <a:t>	</a:t>
            </a:r>
            <a:r>
              <a:rPr lang="tr-TR" altLang="tr-TR" u="sng" dirty="0">
                <a:latin typeface="Consolas" panose="020B0609020204030204" pitchFamily="49" charset="0"/>
                <a:hlinkClick r:id="rId5">
                  <a:extLst>
                    <a:ext uri="{A12FA001-AC4F-418D-AE19-62706E023703}">
                      <ahyp:hlinkClr xmlns:ahyp="http://schemas.microsoft.com/office/drawing/2018/hyperlinkcolor" val="tx"/>
                    </a:ext>
                  </a:extLst>
                </a:hlinkClick>
              </a:rPr>
              <a:t>Debug.DrawRay</a:t>
            </a:r>
            <a:r>
              <a:rPr lang="tr-TR" altLang="tr-TR" dirty="0">
                <a:latin typeface="Consolas" panose="020B0609020204030204" pitchFamily="49" charset="0"/>
              </a:rPr>
              <a:t>(contact.point, contact.normal, </a:t>
            </a:r>
            <a:r>
              <a:rPr lang="tr-TR" altLang="tr-TR" u="sng" dirty="0">
                <a:latin typeface="Consolas" panose="020B0609020204030204" pitchFamily="49" charset="0"/>
                <a:hlinkClick r:id="rId6">
                  <a:extLst>
                    <a:ext uri="{A12FA001-AC4F-418D-AE19-62706E023703}">
                      <ahyp:hlinkClr xmlns:ahyp="http://schemas.microsoft.com/office/drawing/2018/hyperlinkcolor" val="tx"/>
                    </a:ext>
                  </a:extLst>
                </a:hlinkClick>
              </a:rPr>
              <a:t>Color.white</a:t>
            </a:r>
            <a:r>
              <a:rPr lang="tr-TR" altLang="tr-TR" dirty="0">
                <a:latin typeface="Consolas" panose="020B0609020204030204" pitchFamily="49" charset="0"/>
              </a:rPr>
              <a:t>);</a:t>
            </a:r>
            <a:br>
              <a:rPr kumimoji="0" lang="tr-TR" altLang="tr-TR" b="0" i="0" u="none" strike="noStrike" cap="none" normalizeH="0" baseline="0" dirty="0">
                <a:ln>
                  <a:noFill/>
                </a:ln>
                <a:effectLst/>
                <a:latin typeface="Consolas" panose="020B0609020204030204" pitchFamily="49" charset="0"/>
              </a:rPr>
            </a:br>
            <a:r>
              <a:rPr lang="tr-TR" altLang="tr-TR" dirty="0">
                <a:latin typeface="Consolas" panose="020B0609020204030204" pitchFamily="49" charset="0"/>
              </a:rPr>
              <a:t>} </a:t>
            </a:r>
            <a:endParaRPr lang="en-US" altLang="tr-TR" dirty="0">
              <a:latin typeface="Consolas" panose="020B0609020204030204" pitchFamily="49" charset="0"/>
            </a:endParaRPr>
          </a:p>
          <a:p>
            <a:pPr marL="914400" lvl="2" indent="0" eaLnBrk="0" fontAlgn="base" hangingPunct="0">
              <a:lnSpc>
                <a:spcPct val="100000"/>
              </a:lnSpc>
              <a:spcBef>
                <a:spcPct val="0"/>
              </a:spcBef>
              <a:spcAft>
                <a:spcPct val="0"/>
              </a:spcAft>
              <a:buNone/>
            </a:pPr>
            <a:endParaRPr lang="en-US" altLang="tr-TR" dirty="0">
              <a:latin typeface="Consolas" panose="020B0609020204030204" pitchFamily="49" charset="0"/>
            </a:endParaRPr>
          </a:p>
          <a:p>
            <a:pPr marL="914400" lvl="2" indent="0" eaLnBrk="0" fontAlgn="base" hangingPunct="0">
              <a:lnSpc>
                <a:spcPct val="100000"/>
              </a:lnSpc>
              <a:spcBef>
                <a:spcPct val="0"/>
              </a:spcBef>
              <a:spcAft>
                <a:spcPct val="0"/>
              </a:spcAft>
              <a:buNone/>
            </a:pPr>
            <a:r>
              <a:rPr lang="tr-TR" altLang="tr-TR" dirty="0">
                <a:latin typeface="Consolas" panose="020B0609020204030204" pitchFamily="49" charset="0"/>
              </a:rPr>
              <a:t>} </a:t>
            </a:r>
            <a:endParaRPr lang="en-US" altLang="tr-TR" dirty="0">
              <a:latin typeface="Consolas" panose="020B0609020204030204" pitchFamily="49" charset="0"/>
            </a:endParaRPr>
          </a:p>
        </p:txBody>
      </p:sp>
      <p:sp>
        <p:nvSpPr>
          <p:cNvPr id="5" name="Rectangle 4">
            <a:extLst>
              <a:ext uri="{FF2B5EF4-FFF2-40B4-BE49-F238E27FC236}">
                <a16:creationId xmlns:a16="http://schemas.microsoft.com/office/drawing/2014/main" id="{BC709568-19F6-4EFF-9F0A-1D3401363757}"/>
              </a:ext>
            </a:extLst>
          </p:cNvPr>
          <p:cNvSpPr/>
          <p:nvPr/>
        </p:nvSpPr>
        <p:spPr>
          <a:xfrm>
            <a:off x="297426" y="1187331"/>
            <a:ext cx="10515600" cy="830997"/>
          </a:xfrm>
          <a:prstGeom prst="rect">
            <a:avLst/>
          </a:prstGeom>
        </p:spPr>
        <p:txBody>
          <a:bodyPr wrap="square">
            <a:spAutoFit/>
          </a:bodyPr>
          <a:lstStyle/>
          <a:p>
            <a:r>
              <a:rPr lang="en-US" sz="2400" dirty="0" err="1"/>
              <a:t>OnCollisionEnter</a:t>
            </a:r>
            <a:r>
              <a:rPr lang="en-US" sz="2400" dirty="0"/>
              <a:t> is called when this collider/</a:t>
            </a:r>
            <a:r>
              <a:rPr lang="en-US" sz="2400" dirty="0" err="1"/>
              <a:t>rigidbody</a:t>
            </a:r>
            <a:r>
              <a:rPr lang="en-US" sz="2400" dirty="0"/>
              <a:t> has begun touching another </a:t>
            </a:r>
            <a:r>
              <a:rPr lang="en-US" sz="2400" dirty="0" err="1"/>
              <a:t>rigidbody</a:t>
            </a:r>
            <a:r>
              <a:rPr lang="en-US" sz="2400" dirty="0"/>
              <a:t>/collider.</a:t>
            </a:r>
            <a:endParaRPr lang="tr-TR" sz="2400" dirty="0"/>
          </a:p>
        </p:txBody>
      </p:sp>
      <p:sp>
        <p:nvSpPr>
          <p:cNvPr id="3" name="Footer Placeholder 2">
            <a:extLst>
              <a:ext uri="{FF2B5EF4-FFF2-40B4-BE49-F238E27FC236}">
                <a16:creationId xmlns:a16="http://schemas.microsoft.com/office/drawing/2014/main" id="{A61B8906-625E-417E-9E77-9103EE253696}"/>
              </a:ext>
            </a:extLst>
          </p:cNvPr>
          <p:cNvSpPr>
            <a:spLocks noGrp="1"/>
          </p:cNvSpPr>
          <p:nvPr>
            <p:ph type="ftr" sz="quarter" idx="11"/>
          </p:nvPr>
        </p:nvSpPr>
        <p:spPr/>
        <p:txBody>
          <a:bodyPr/>
          <a:lstStyle/>
          <a:p>
            <a:r>
              <a:rPr lang="tr-TR"/>
              <a:t>K.O.  2018-2019 - Week 3</a:t>
            </a:r>
          </a:p>
        </p:txBody>
      </p:sp>
      <p:sp>
        <p:nvSpPr>
          <p:cNvPr id="6" name="Slide Number Placeholder 5">
            <a:extLst>
              <a:ext uri="{FF2B5EF4-FFF2-40B4-BE49-F238E27FC236}">
                <a16:creationId xmlns:a16="http://schemas.microsoft.com/office/drawing/2014/main" id="{EB1344A6-1FBF-47AE-B0E4-19100B2FC8D5}"/>
              </a:ext>
            </a:extLst>
          </p:cNvPr>
          <p:cNvSpPr>
            <a:spLocks noGrp="1"/>
          </p:cNvSpPr>
          <p:nvPr>
            <p:ph type="sldNum" sz="quarter" idx="12"/>
          </p:nvPr>
        </p:nvSpPr>
        <p:spPr/>
        <p:txBody>
          <a:bodyPr/>
          <a:lstStyle/>
          <a:p>
            <a:fld id="{2698BB43-DB97-4C55-8D33-CA4AB6A13C97}" type="slidenum">
              <a:rPr lang="tr-TR" smtClean="0"/>
              <a:t>33</a:t>
            </a:fld>
            <a:endParaRPr lang="tr-TR"/>
          </a:p>
        </p:txBody>
      </p:sp>
    </p:spTree>
    <p:extLst>
      <p:ext uri="{BB962C8B-B14F-4D97-AF65-F5344CB8AC3E}">
        <p14:creationId xmlns:p14="http://schemas.microsoft.com/office/powerpoint/2010/main" val="2087576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6CFBB-8A92-42DB-A930-FFF561881A4B}"/>
              </a:ext>
            </a:extLst>
          </p:cNvPr>
          <p:cNvSpPr>
            <a:spLocks noGrp="1"/>
          </p:cNvSpPr>
          <p:nvPr>
            <p:ph type="title"/>
          </p:nvPr>
        </p:nvSpPr>
        <p:spPr/>
        <p:txBody>
          <a:bodyPr/>
          <a:lstStyle/>
          <a:p>
            <a:r>
              <a:rPr lang="tr-TR" dirty="0"/>
              <a:t>OnCollisionExit</a:t>
            </a:r>
          </a:p>
        </p:txBody>
      </p:sp>
      <p:sp>
        <p:nvSpPr>
          <p:cNvPr id="3" name="Content Placeholder 2">
            <a:extLst>
              <a:ext uri="{FF2B5EF4-FFF2-40B4-BE49-F238E27FC236}">
                <a16:creationId xmlns:a16="http://schemas.microsoft.com/office/drawing/2014/main" id="{7544EE36-481D-438D-BE1B-3D73690241FA}"/>
              </a:ext>
            </a:extLst>
          </p:cNvPr>
          <p:cNvSpPr>
            <a:spLocks noGrp="1"/>
          </p:cNvSpPr>
          <p:nvPr>
            <p:ph idx="1"/>
          </p:nvPr>
        </p:nvSpPr>
        <p:spPr/>
        <p:txBody>
          <a:bodyPr>
            <a:normAutofit/>
          </a:bodyPr>
          <a:lstStyle/>
          <a:p>
            <a:r>
              <a:rPr lang="en-US" sz="2400" dirty="0" err="1"/>
              <a:t>OnCollisionEnter</a:t>
            </a:r>
            <a:r>
              <a:rPr lang="en-US" sz="2400" dirty="0"/>
              <a:t> is called when this collider/</a:t>
            </a:r>
            <a:r>
              <a:rPr lang="en-US" sz="2400" dirty="0" err="1"/>
              <a:t>rigidbody</a:t>
            </a:r>
            <a:r>
              <a:rPr lang="en-US" sz="2400" dirty="0"/>
              <a:t> has stopped touching another </a:t>
            </a:r>
            <a:r>
              <a:rPr lang="en-US" sz="2400" dirty="0" err="1"/>
              <a:t>rigidbody</a:t>
            </a:r>
            <a:r>
              <a:rPr lang="en-US" sz="2400" dirty="0"/>
              <a:t>/collider.</a:t>
            </a:r>
            <a:endParaRPr lang="tr-TR" sz="2400" dirty="0"/>
          </a:p>
        </p:txBody>
      </p:sp>
      <p:sp>
        <p:nvSpPr>
          <p:cNvPr id="4" name="Rectangle 1">
            <a:extLst>
              <a:ext uri="{FF2B5EF4-FFF2-40B4-BE49-F238E27FC236}">
                <a16:creationId xmlns:a16="http://schemas.microsoft.com/office/drawing/2014/main" id="{F3831A45-91B7-4733-AC8A-8222C5CA1ADD}"/>
              </a:ext>
            </a:extLst>
          </p:cNvPr>
          <p:cNvSpPr>
            <a:spLocks noChangeArrowheads="1"/>
          </p:cNvSpPr>
          <p:nvPr/>
        </p:nvSpPr>
        <p:spPr bwMode="auto">
          <a:xfrm>
            <a:off x="661220" y="3334785"/>
            <a:ext cx="9534661" cy="26852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Consolas" panose="020B0609020204030204" pitchFamily="49" charset="0"/>
              </a:rPr>
              <a:t>using UnityEngine; using System.Collections;</a:t>
            </a:r>
            <a:br>
              <a:rPr kumimoji="0" lang="tr-TR" altLang="tr-TR" b="0" i="0" u="none" strike="noStrike" cap="none" normalizeH="0" baseline="0" dirty="0">
                <a:ln>
                  <a:noFill/>
                </a:ln>
                <a:effectLst/>
                <a:latin typeface="Consolas" panose="020B0609020204030204" pitchFamily="49" charset="0"/>
              </a:rPr>
            </a:br>
            <a:br>
              <a:rPr kumimoji="0" lang="tr-TR" altLang="tr-TR" b="0" i="0" u="none" strike="noStrike" cap="none" normalizeH="0" baseline="0" dirty="0">
                <a:ln>
                  <a:noFill/>
                </a:ln>
                <a:effectLst/>
                <a:latin typeface="Consolas" panose="020B0609020204030204" pitchFamily="49" charset="0"/>
              </a:rPr>
            </a:br>
            <a:r>
              <a:rPr kumimoji="0" lang="tr-TR" altLang="tr-TR" b="0" i="0" u="none" strike="noStrike" cap="none" normalizeH="0" baseline="0" dirty="0">
                <a:ln>
                  <a:noFill/>
                </a:ln>
                <a:effectLst/>
                <a:latin typeface="Consolas" panose="020B0609020204030204" pitchFamily="49" charset="0"/>
              </a:rPr>
              <a:t>public class ExampleClass : </a:t>
            </a:r>
            <a:r>
              <a:rPr kumimoji="0" lang="tr-TR" altLang="tr-TR" b="0" i="0" u="sng" strike="noStrike" cap="none" normalizeH="0" baseline="0" dirty="0">
                <a:ln>
                  <a:noFill/>
                </a:ln>
                <a:effectLst/>
                <a:latin typeface="Consolas" panose="020B0609020204030204" pitchFamily="49" charset="0"/>
                <a:hlinkClick r:id="rId2">
                  <a:extLst>
                    <a:ext uri="{A12FA001-AC4F-418D-AE19-62706E023703}">
                      <ahyp:hlinkClr xmlns:ahyp="http://schemas.microsoft.com/office/drawing/2018/hyperlinkcolor" val="tx"/>
                    </a:ext>
                  </a:extLst>
                </a:hlinkClick>
              </a:rPr>
              <a:t>MonoBehaviour</a:t>
            </a:r>
            <a:r>
              <a:rPr kumimoji="0" lang="tr-TR" altLang="tr-TR" b="0" i="0" u="none" strike="noStrike" cap="none" normalizeH="0" baseline="0" dirty="0">
                <a:ln>
                  <a:noFill/>
                </a:ln>
                <a:effectLst/>
                <a:latin typeface="Consolas" panose="020B0609020204030204" pitchFamily="49" charset="0"/>
              </a:rPr>
              <a:t> { </a:t>
            </a:r>
            <a:endParaRPr kumimoji="0" lang="en-US" altLang="tr-TR" b="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effectLst/>
                <a:latin typeface="Consolas" panose="020B0609020204030204" pitchFamily="49" charset="0"/>
              </a:rPr>
              <a:t>void OnCollisionExit(</a:t>
            </a:r>
            <a:r>
              <a:rPr kumimoji="0" lang="tr-TR" altLang="tr-TR" b="0" i="0" u="sng" strike="noStrike" cap="none" normalizeH="0" baseline="0" dirty="0">
                <a:ln>
                  <a:noFill/>
                </a:ln>
                <a:effectLst/>
                <a:latin typeface="Consolas" panose="020B0609020204030204" pitchFamily="49" charset="0"/>
                <a:hlinkClick r:id="rId3">
                  <a:extLst>
                    <a:ext uri="{A12FA001-AC4F-418D-AE19-62706E023703}">
                      <ahyp:hlinkClr xmlns:ahyp="http://schemas.microsoft.com/office/drawing/2018/hyperlinkcolor" val="tx"/>
                    </a:ext>
                  </a:extLst>
                </a:hlinkClick>
              </a:rPr>
              <a:t>Collision</a:t>
            </a:r>
            <a:r>
              <a:rPr kumimoji="0" lang="tr-TR" altLang="tr-TR" b="0" i="0" u="none" strike="noStrike" cap="none" normalizeH="0" baseline="0" dirty="0">
                <a:ln>
                  <a:noFill/>
                </a:ln>
                <a:effectLst/>
                <a:latin typeface="Consolas" panose="020B0609020204030204" pitchFamily="49" charset="0"/>
              </a:rPr>
              <a:t> collisionInfo) </a:t>
            </a: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effectLst/>
                <a:latin typeface="Consolas" panose="020B0609020204030204" pitchFamily="49" charset="0"/>
              </a:rPr>
              <a:t>{ </a:t>
            </a: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en-US" altLang="tr-TR" b="0" i="0" u="none" strike="noStrike" cap="none" normalizeH="0" baseline="0" dirty="0">
                <a:ln>
                  <a:noFill/>
                </a:ln>
                <a:effectLst/>
                <a:latin typeface="Consolas" panose="020B0609020204030204" pitchFamily="49" charset="0"/>
              </a:rPr>
              <a:t>	</a:t>
            </a:r>
            <a:r>
              <a:rPr kumimoji="0" lang="tr-TR" altLang="tr-TR" b="0" i="0" u="none" strike="noStrike" cap="none" normalizeH="0" baseline="0" dirty="0">
                <a:ln>
                  <a:noFill/>
                </a:ln>
                <a:effectLst/>
                <a:latin typeface="Consolas" panose="020B0609020204030204" pitchFamily="49" charset="0"/>
              </a:rPr>
              <a:t>print("No longer in contact with " + collisionInfo.transform.name); </a:t>
            </a: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effectLst/>
                <a:latin typeface="Consolas" panose="020B0609020204030204" pitchFamily="49" charset="0"/>
              </a:rPr>
              <a:t>} </a:t>
            </a:r>
            <a:endParaRPr kumimoji="0" lang="en-US" altLang="tr-TR" b="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Consolas" panose="020B0609020204030204" pitchFamily="49" charset="0"/>
              </a:rPr>
              <a:t>}</a:t>
            </a:r>
            <a:r>
              <a:rPr kumimoji="0" lang="tr-TR" altLang="tr-TR" sz="800" b="0" i="0" u="none" strike="noStrike" cap="none" normalizeH="0" baseline="0" dirty="0">
                <a:ln>
                  <a:noFill/>
                </a:ln>
                <a:effectLst/>
              </a:rPr>
              <a:t> </a:t>
            </a:r>
            <a:endParaRPr kumimoji="0" lang="tr-TR" altLang="tr-TR" sz="1800" b="0" i="0" u="none" strike="noStrike" cap="none" normalizeH="0" baseline="0" dirty="0">
              <a:ln>
                <a:noFill/>
              </a:ln>
              <a:effectLst/>
              <a:latin typeface="Arial" panose="020B0604020202020204" pitchFamily="34" charset="0"/>
            </a:endParaRPr>
          </a:p>
        </p:txBody>
      </p:sp>
      <p:sp>
        <p:nvSpPr>
          <p:cNvPr id="5" name="Footer Placeholder 4">
            <a:extLst>
              <a:ext uri="{FF2B5EF4-FFF2-40B4-BE49-F238E27FC236}">
                <a16:creationId xmlns:a16="http://schemas.microsoft.com/office/drawing/2014/main" id="{2ABFE633-8A13-41B6-ABA9-5973642FA63A}"/>
              </a:ext>
            </a:extLst>
          </p:cNvPr>
          <p:cNvSpPr>
            <a:spLocks noGrp="1"/>
          </p:cNvSpPr>
          <p:nvPr>
            <p:ph type="ftr" sz="quarter" idx="11"/>
          </p:nvPr>
        </p:nvSpPr>
        <p:spPr/>
        <p:txBody>
          <a:bodyPr/>
          <a:lstStyle/>
          <a:p>
            <a:r>
              <a:rPr lang="tr-TR"/>
              <a:t>K.O.  2018-2019 - Week 3</a:t>
            </a:r>
          </a:p>
        </p:txBody>
      </p:sp>
      <p:sp>
        <p:nvSpPr>
          <p:cNvPr id="6" name="Slide Number Placeholder 5">
            <a:extLst>
              <a:ext uri="{FF2B5EF4-FFF2-40B4-BE49-F238E27FC236}">
                <a16:creationId xmlns:a16="http://schemas.microsoft.com/office/drawing/2014/main" id="{AA558AF4-44F3-4B35-B607-7BD039AC7159}"/>
              </a:ext>
            </a:extLst>
          </p:cNvPr>
          <p:cNvSpPr>
            <a:spLocks noGrp="1"/>
          </p:cNvSpPr>
          <p:nvPr>
            <p:ph type="sldNum" sz="quarter" idx="12"/>
          </p:nvPr>
        </p:nvSpPr>
        <p:spPr/>
        <p:txBody>
          <a:bodyPr/>
          <a:lstStyle/>
          <a:p>
            <a:fld id="{2698BB43-DB97-4C55-8D33-CA4AB6A13C97}" type="slidenum">
              <a:rPr lang="tr-TR" smtClean="0"/>
              <a:t>34</a:t>
            </a:fld>
            <a:endParaRPr lang="tr-TR"/>
          </a:p>
        </p:txBody>
      </p:sp>
    </p:spTree>
    <p:extLst>
      <p:ext uri="{BB962C8B-B14F-4D97-AF65-F5344CB8AC3E}">
        <p14:creationId xmlns:p14="http://schemas.microsoft.com/office/powerpoint/2010/main" val="3097933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1D75A-1B0D-4033-8AFD-7FBA3F10F270}"/>
              </a:ext>
            </a:extLst>
          </p:cNvPr>
          <p:cNvSpPr>
            <a:spLocks noGrp="1"/>
          </p:cNvSpPr>
          <p:nvPr>
            <p:ph type="title"/>
          </p:nvPr>
        </p:nvSpPr>
        <p:spPr/>
        <p:txBody>
          <a:bodyPr/>
          <a:lstStyle/>
          <a:p>
            <a:r>
              <a:rPr lang="tr-TR" dirty="0"/>
              <a:t>OnCollisionStay</a:t>
            </a:r>
          </a:p>
        </p:txBody>
      </p:sp>
      <p:sp>
        <p:nvSpPr>
          <p:cNvPr id="3" name="Content Placeholder 2">
            <a:extLst>
              <a:ext uri="{FF2B5EF4-FFF2-40B4-BE49-F238E27FC236}">
                <a16:creationId xmlns:a16="http://schemas.microsoft.com/office/drawing/2014/main" id="{4C927C42-DEB1-4870-BA00-A070EAC214FB}"/>
              </a:ext>
            </a:extLst>
          </p:cNvPr>
          <p:cNvSpPr>
            <a:spLocks noGrp="1"/>
          </p:cNvSpPr>
          <p:nvPr>
            <p:ph idx="1"/>
          </p:nvPr>
        </p:nvSpPr>
        <p:spPr/>
        <p:txBody>
          <a:bodyPr/>
          <a:lstStyle/>
          <a:p>
            <a:r>
              <a:rPr lang="en-US" dirty="0" err="1"/>
              <a:t>OnCollisionStay</a:t>
            </a:r>
            <a:r>
              <a:rPr lang="en-US" dirty="0"/>
              <a:t> is called once per frame for every collider/</a:t>
            </a:r>
            <a:r>
              <a:rPr lang="en-US" dirty="0" err="1"/>
              <a:t>rigidbody</a:t>
            </a:r>
            <a:r>
              <a:rPr lang="en-US" dirty="0"/>
              <a:t> that is touching </a:t>
            </a:r>
            <a:r>
              <a:rPr lang="en-US" dirty="0" err="1"/>
              <a:t>rigidbody</a:t>
            </a:r>
            <a:r>
              <a:rPr lang="en-US" dirty="0"/>
              <a:t>/collider</a:t>
            </a:r>
            <a:endParaRPr lang="tr-TR" dirty="0"/>
          </a:p>
        </p:txBody>
      </p:sp>
      <p:sp>
        <p:nvSpPr>
          <p:cNvPr id="4" name="Rectangle 1">
            <a:extLst>
              <a:ext uri="{FF2B5EF4-FFF2-40B4-BE49-F238E27FC236}">
                <a16:creationId xmlns:a16="http://schemas.microsoft.com/office/drawing/2014/main" id="{5817E776-782E-4157-8585-B1FACAA5F8C9}"/>
              </a:ext>
            </a:extLst>
          </p:cNvPr>
          <p:cNvSpPr>
            <a:spLocks noChangeArrowheads="1"/>
          </p:cNvSpPr>
          <p:nvPr/>
        </p:nvSpPr>
        <p:spPr bwMode="auto">
          <a:xfrm>
            <a:off x="1779807" y="3671060"/>
            <a:ext cx="7761740" cy="26852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90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Consolas" panose="020B0609020204030204" pitchFamily="49" charset="0"/>
              </a:rPr>
              <a:t>using UnityEngine; using System.Collections;</a:t>
            </a:r>
            <a:br>
              <a:rPr kumimoji="0" lang="tr-TR" altLang="tr-TR" b="0" i="0" u="none" strike="noStrike" cap="none" normalizeH="0" baseline="0" dirty="0">
                <a:ln>
                  <a:noFill/>
                </a:ln>
                <a:effectLst/>
                <a:latin typeface="Consolas" panose="020B0609020204030204" pitchFamily="49" charset="0"/>
              </a:rPr>
            </a:br>
            <a:br>
              <a:rPr kumimoji="0" lang="tr-TR" altLang="tr-TR" b="0" i="0" u="none" strike="noStrike" cap="none" normalizeH="0" baseline="0" dirty="0">
                <a:ln>
                  <a:noFill/>
                </a:ln>
                <a:effectLst/>
                <a:latin typeface="Consolas" panose="020B0609020204030204" pitchFamily="49" charset="0"/>
              </a:rPr>
            </a:br>
            <a:r>
              <a:rPr kumimoji="0" lang="tr-TR" altLang="tr-TR" b="0" i="0" u="none" strike="noStrike" cap="none" normalizeH="0" baseline="0" dirty="0">
                <a:ln>
                  <a:noFill/>
                </a:ln>
                <a:effectLst/>
                <a:latin typeface="Consolas" panose="020B0609020204030204" pitchFamily="49" charset="0"/>
              </a:rPr>
              <a:t>public class ExampleClass : </a:t>
            </a:r>
            <a:r>
              <a:rPr kumimoji="0" lang="tr-TR" altLang="tr-TR" b="0" i="0" u="sng" strike="noStrike" cap="none" normalizeH="0" baseline="0" dirty="0">
                <a:ln>
                  <a:noFill/>
                </a:ln>
                <a:effectLst/>
                <a:latin typeface="Consolas" panose="020B0609020204030204" pitchFamily="49" charset="0"/>
                <a:hlinkClick r:id="rId2">
                  <a:extLst>
                    <a:ext uri="{A12FA001-AC4F-418D-AE19-62706E023703}">
                      <ahyp:hlinkClr xmlns:ahyp="http://schemas.microsoft.com/office/drawing/2018/hyperlinkcolor" val="tx"/>
                    </a:ext>
                  </a:extLst>
                </a:hlinkClick>
              </a:rPr>
              <a:t>MonoBehaviour</a:t>
            </a:r>
            <a:r>
              <a:rPr kumimoji="0" lang="tr-TR" altLang="tr-TR" b="0" i="0" u="none" strike="noStrike" cap="none" normalizeH="0" baseline="0" dirty="0">
                <a:ln>
                  <a:noFill/>
                </a:ln>
                <a:effectLst/>
                <a:latin typeface="Consolas" panose="020B0609020204030204" pitchFamily="49" charset="0"/>
              </a:rPr>
              <a:t> { </a:t>
            </a:r>
            <a:endParaRPr kumimoji="0" lang="en-US" altLang="tr-TR" b="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effectLst/>
                <a:latin typeface="Consolas" panose="020B0609020204030204" pitchFamily="49" charset="0"/>
              </a:rPr>
              <a:t>void OnCollisionExit(</a:t>
            </a:r>
            <a:r>
              <a:rPr kumimoji="0" lang="tr-TR" altLang="tr-TR" b="0" i="0" u="sng" strike="noStrike" cap="none" normalizeH="0" baseline="0" dirty="0">
                <a:ln>
                  <a:noFill/>
                </a:ln>
                <a:effectLst/>
                <a:latin typeface="Consolas" panose="020B0609020204030204" pitchFamily="49" charset="0"/>
                <a:hlinkClick r:id="rId3">
                  <a:extLst>
                    <a:ext uri="{A12FA001-AC4F-418D-AE19-62706E023703}">
                      <ahyp:hlinkClr xmlns:ahyp="http://schemas.microsoft.com/office/drawing/2018/hyperlinkcolor" val="tx"/>
                    </a:ext>
                  </a:extLst>
                </a:hlinkClick>
              </a:rPr>
              <a:t>Collision</a:t>
            </a:r>
            <a:r>
              <a:rPr kumimoji="0" lang="tr-TR" altLang="tr-TR" b="0" i="0" u="none" strike="noStrike" cap="none" normalizeH="0" baseline="0" dirty="0">
                <a:ln>
                  <a:noFill/>
                </a:ln>
                <a:effectLst/>
                <a:latin typeface="Consolas" panose="020B0609020204030204" pitchFamily="49" charset="0"/>
              </a:rPr>
              <a:t> collisionInfo) </a:t>
            </a: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effectLst/>
                <a:latin typeface="Consolas" panose="020B0609020204030204" pitchFamily="49" charset="0"/>
              </a:rPr>
              <a:t>{ </a:t>
            </a: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en-US" altLang="tr-TR" b="0" i="0" u="none" strike="noStrike" cap="none" normalizeH="0" baseline="0" dirty="0">
                <a:ln>
                  <a:noFill/>
                </a:ln>
                <a:effectLst/>
                <a:latin typeface="Consolas" panose="020B0609020204030204" pitchFamily="49" charset="0"/>
              </a:rPr>
              <a:t>	</a:t>
            </a:r>
            <a:r>
              <a:rPr kumimoji="0" lang="tr-TR" altLang="tr-TR" b="0" i="0" u="none" strike="noStrike" cap="none" normalizeH="0" baseline="0" dirty="0">
                <a:ln>
                  <a:noFill/>
                </a:ln>
                <a:effectLst/>
                <a:latin typeface="Consolas" panose="020B0609020204030204" pitchFamily="49" charset="0"/>
              </a:rPr>
              <a:t>print(collisionInfo.transform.name</a:t>
            </a:r>
            <a:r>
              <a:rPr kumimoji="0" lang="en-US" altLang="tr-TR" b="0" i="0" u="none" strike="noStrike" cap="none" normalizeH="0" baseline="0" dirty="0">
                <a:ln>
                  <a:noFill/>
                </a:ln>
                <a:effectLst/>
                <a:latin typeface="Consolas" panose="020B0609020204030204" pitchFamily="49" charset="0"/>
              </a:rPr>
              <a:t> + </a:t>
            </a:r>
            <a:r>
              <a:rPr kumimoji="0" lang="tr-TR" altLang="tr-TR" b="0" i="0" u="none" strike="noStrike" cap="none" normalizeH="0" baseline="0" dirty="0">
                <a:ln>
                  <a:noFill/>
                </a:ln>
                <a:effectLst/>
                <a:latin typeface="Consolas" panose="020B0609020204030204" pitchFamily="49" charset="0"/>
              </a:rPr>
              <a:t>“</a:t>
            </a:r>
            <a:r>
              <a:rPr kumimoji="0" lang="en-US" altLang="tr-TR" b="0" i="0" u="none" strike="noStrike" cap="none" normalizeH="0" baseline="0" dirty="0">
                <a:ln>
                  <a:noFill/>
                </a:ln>
                <a:effectLst/>
                <a:latin typeface="Consolas" panose="020B0609020204030204" pitchFamily="49" charset="0"/>
              </a:rPr>
              <a:t>is staying</a:t>
            </a:r>
            <a:r>
              <a:rPr kumimoji="0" lang="tr-TR" altLang="tr-TR" b="0" i="0" u="none" strike="noStrike" cap="none" normalizeH="0" baseline="0" dirty="0">
                <a:ln>
                  <a:noFill/>
                </a:ln>
                <a:effectLst/>
                <a:latin typeface="Consolas" panose="020B0609020204030204" pitchFamily="49" charset="0"/>
              </a:rPr>
              <a:t>" ); </a:t>
            </a:r>
            <a:endParaRPr kumimoji="0" lang="en-US" altLang="tr-TR" b="0" i="0" u="none" strike="noStrike" cap="none" normalizeH="0" baseline="0" dirty="0">
              <a:ln>
                <a:noFill/>
              </a:ln>
              <a:effectLst/>
              <a:latin typeface="Consolas" panose="020B0609020204030204" pitchFamily="49" charset="0"/>
            </a:endParaRPr>
          </a:p>
          <a:p>
            <a:pPr lvl="1" eaLnBrk="0" fontAlgn="base" hangingPunct="0">
              <a:spcBef>
                <a:spcPct val="0"/>
              </a:spcBef>
              <a:spcAft>
                <a:spcPct val="0"/>
              </a:spcAft>
            </a:pPr>
            <a:r>
              <a:rPr kumimoji="0" lang="tr-TR" altLang="tr-TR" b="0" i="0" u="none" strike="noStrike" cap="none" normalizeH="0" baseline="0" dirty="0">
                <a:ln>
                  <a:noFill/>
                </a:ln>
                <a:effectLst/>
                <a:latin typeface="Consolas" panose="020B0609020204030204" pitchFamily="49" charset="0"/>
              </a:rPr>
              <a:t>} </a:t>
            </a:r>
            <a:endParaRPr kumimoji="0" lang="en-US" altLang="tr-TR" b="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b="0" i="0" u="none" strike="noStrike" cap="none" normalizeH="0" baseline="0" dirty="0">
                <a:ln>
                  <a:noFill/>
                </a:ln>
                <a:effectLst/>
                <a:latin typeface="Consolas" panose="020B0609020204030204" pitchFamily="49" charset="0"/>
              </a:rPr>
              <a:t>}</a:t>
            </a:r>
            <a:r>
              <a:rPr kumimoji="0" lang="tr-TR" altLang="tr-TR" sz="800" b="0" i="0" u="none" strike="noStrike" cap="none" normalizeH="0" baseline="0" dirty="0">
                <a:ln>
                  <a:noFill/>
                </a:ln>
                <a:effectLst/>
              </a:rPr>
              <a:t> </a:t>
            </a:r>
            <a:endParaRPr kumimoji="0" lang="tr-TR" altLang="tr-TR" sz="1800" b="0" i="0" u="none" strike="noStrike" cap="none" normalizeH="0" baseline="0" dirty="0">
              <a:ln>
                <a:noFill/>
              </a:ln>
              <a:effectLst/>
              <a:latin typeface="Arial" panose="020B0604020202020204" pitchFamily="34" charset="0"/>
            </a:endParaRPr>
          </a:p>
        </p:txBody>
      </p:sp>
      <p:sp>
        <p:nvSpPr>
          <p:cNvPr id="5" name="Footer Placeholder 4">
            <a:extLst>
              <a:ext uri="{FF2B5EF4-FFF2-40B4-BE49-F238E27FC236}">
                <a16:creationId xmlns:a16="http://schemas.microsoft.com/office/drawing/2014/main" id="{9EC2D52B-C8A0-4BF0-BE6C-1138885C1245}"/>
              </a:ext>
            </a:extLst>
          </p:cNvPr>
          <p:cNvSpPr>
            <a:spLocks noGrp="1"/>
          </p:cNvSpPr>
          <p:nvPr>
            <p:ph type="ftr" sz="quarter" idx="11"/>
          </p:nvPr>
        </p:nvSpPr>
        <p:spPr/>
        <p:txBody>
          <a:bodyPr/>
          <a:lstStyle/>
          <a:p>
            <a:r>
              <a:rPr lang="tr-TR"/>
              <a:t>K.O.  2018-2019 - Week 3</a:t>
            </a:r>
          </a:p>
        </p:txBody>
      </p:sp>
      <p:sp>
        <p:nvSpPr>
          <p:cNvPr id="6" name="Slide Number Placeholder 5">
            <a:extLst>
              <a:ext uri="{FF2B5EF4-FFF2-40B4-BE49-F238E27FC236}">
                <a16:creationId xmlns:a16="http://schemas.microsoft.com/office/drawing/2014/main" id="{6BAFECD7-55C3-44A2-992E-E869874BEC90}"/>
              </a:ext>
            </a:extLst>
          </p:cNvPr>
          <p:cNvSpPr>
            <a:spLocks noGrp="1"/>
          </p:cNvSpPr>
          <p:nvPr>
            <p:ph type="sldNum" sz="quarter" idx="12"/>
          </p:nvPr>
        </p:nvSpPr>
        <p:spPr/>
        <p:txBody>
          <a:bodyPr/>
          <a:lstStyle/>
          <a:p>
            <a:fld id="{2698BB43-DB97-4C55-8D33-CA4AB6A13C97}" type="slidenum">
              <a:rPr lang="tr-TR" smtClean="0"/>
              <a:t>35</a:t>
            </a:fld>
            <a:endParaRPr lang="tr-TR"/>
          </a:p>
        </p:txBody>
      </p:sp>
    </p:spTree>
    <p:extLst>
      <p:ext uri="{BB962C8B-B14F-4D97-AF65-F5344CB8AC3E}">
        <p14:creationId xmlns:p14="http://schemas.microsoft.com/office/powerpoint/2010/main" val="212765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5DF5FD3-47ED-41D4-B096-70F9735DFF34}"/>
              </a:ext>
            </a:extLst>
          </p:cNvPr>
          <p:cNvPicPr>
            <a:picLocks noGrp="1" noChangeAspect="1"/>
          </p:cNvPicPr>
          <p:nvPr>
            <p:ph idx="1"/>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124130" y="1234383"/>
            <a:ext cx="11943737" cy="2020613"/>
          </a:xfrm>
          <a:prstGeom prst="rect">
            <a:avLst/>
          </a:prstGeom>
        </p:spPr>
      </p:pic>
      <p:sp>
        <p:nvSpPr>
          <p:cNvPr id="2" name="Title 1">
            <a:extLst>
              <a:ext uri="{FF2B5EF4-FFF2-40B4-BE49-F238E27FC236}">
                <a16:creationId xmlns:a16="http://schemas.microsoft.com/office/drawing/2014/main" id="{BFA35447-A7FE-4D44-9ABC-C3F2392E1DDD}"/>
              </a:ext>
            </a:extLst>
          </p:cNvPr>
          <p:cNvSpPr>
            <a:spLocks noGrp="1"/>
          </p:cNvSpPr>
          <p:nvPr>
            <p:ph type="title"/>
          </p:nvPr>
        </p:nvSpPr>
        <p:spPr/>
        <p:txBody>
          <a:bodyPr/>
          <a:lstStyle/>
          <a:p>
            <a:r>
              <a:rPr lang="en-US" dirty="0"/>
              <a:t>UI-User interface</a:t>
            </a:r>
            <a:endParaRPr lang="tr-TR" dirty="0"/>
          </a:p>
        </p:txBody>
      </p:sp>
      <p:sp>
        <p:nvSpPr>
          <p:cNvPr id="5" name="Rectangle 4">
            <a:extLst>
              <a:ext uri="{FF2B5EF4-FFF2-40B4-BE49-F238E27FC236}">
                <a16:creationId xmlns:a16="http://schemas.microsoft.com/office/drawing/2014/main" id="{3C8A190C-9DE4-4A2F-9FA2-9B7F8A8A5AE4}"/>
              </a:ext>
            </a:extLst>
          </p:cNvPr>
          <p:cNvSpPr/>
          <p:nvPr/>
        </p:nvSpPr>
        <p:spPr>
          <a:xfrm>
            <a:off x="124130" y="3429000"/>
            <a:ext cx="12176025" cy="3416320"/>
          </a:xfrm>
          <a:prstGeom prst="rect">
            <a:avLst/>
          </a:prstGeom>
        </p:spPr>
        <p:txBody>
          <a:bodyPr wrap="square">
            <a:spAutoFit/>
          </a:bodyPr>
          <a:lstStyle/>
          <a:p>
            <a:pPr marL="285750" indent="-285750">
              <a:buFont typeface="Arial" panose="020B0604020202020204" pitchFamily="34" charset="0"/>
              <a:buChar char="•"/>
            </a:pPr>
            <a:r>
              <a:rPr lang="en-US" sz="2400" b="0" i="0" dirty="0">
                <a:effectLst/>
              </a:rPr>
              <a:t>The </a:t>
            </a:r>
            <a:r>
              <a:rPr lang="en-US" sz="2400" b="1" i="0" dirty="0">
                <a:effectLst/>
              </a:rPr>
              <a:t>Canvas</a:t>
            </a:r>
            <a:r>
              <a:rPr lang="en-US" sz="2400" b="0" i="0" dirty="0">
                <a:effectLst/>
              </a:rPr>
              <a:t> is the root component for rendering all UI objects in Unity.</a:t>
            </a:r>
          </a:p>
          <a:p>
            <a:pPr marL="285750" indent="-285750">
              <a:buFont typeface="Arial" panose="020B0604020202020204" pitchFamily="34" charset="0"/>
              <a:buChar char="•"/>
            </a:pPr>
            <a:r>
              <a:rPr lang="en-US" sz="2400" dirty="0"/>
              <a:t>The </a:t>
            </a:r>
            <a:r>
              <a:rPr lang="en-US" sz="2400" b="1" dirty="0" err="1"/>
              <a:t>RectTransform</a:t>
            </a:r>
            <a:r>
              <a:rPr lang="en-US" sz="2400" dirty="0"/>
              <a:t> is the positioning component for any UI element within a Canvas and is used to adjust positioning, anchoring, pivots and more.</a:t>
            </a:r>
          </a:p>
          <a:p>
            <a:pPr marL="285750" indent="-285750">
              <a:buFont typeface="Arial" panose="020B0604020202020204" pitchFamily="34" charset="0"/>
              <a:buChar char="•"/>
            </a:pPr>
            <a:r>
              <a:rPr lang="en-US" sz="2400" dirty="0"/>
              <a:t>What are </a:t>
            </a:r>
            <a:r>
              <a:rPr lang="en-US" sz="2400" b="1" dirty="0"/>
              <a:t>UI Buttons </a:t>
            </a:r>
            <a:r>
              <a:rPr lang="en-US" sz="2400" dirty="0"/>
              <a:t>made of and how do they function?</a:t>
            </a:r>
          </a:p>
          <a:p>
            <a:pPr marL="285750" indent="-285750">
              <a:buFont typeface="Arial" panose="020B0604020202020204" pitchFamily="34" charset="0"/>
              <a:buChar char="•"/>
            </a:pPr>
            <a:r>
              <a:rPr lang="en-US" sz="2400" dirty="0"/>
              <a:t>The </a:t>
            </a:r>
            <a:r>
              <a:rPr lang="en-US" sz="2400" b="1" dirty="0"/>
              <a:t>UI Image </a:t>
            </a:r>
            <a:r>
              <a:rPr lang="en-US" sz="2400" dirty="0"/>
              <a:t>component is the main graphic element of the UI system in Unity and is used for everything from button and panel backgrounds to slider handles and speedometers!</a:t>
            </a:r>
          </a:p>
          <a:p>
            <a:pPr marL="285750" indent="-285750">
              <a:buFont typeface="Arial" panose="020B0604020202020204" pitchFamily="34" charset="0"/>
              <a:buChar char="•"/>
            </a:pPr>
            <a:r>
              <a:rPr lang="en-US" sz="2400" dirty="0"/>
              <a:t>The </a:t>
            </a:r>
            <a:r>
              <a:rPr lang="en-US" sz="2400" b="1" dirty="0"/>
              <a:t>Text</a:t>
            </a:r>
            <a:r>
              <a:rPr lang="en-US" sz="2400" dirty="0"/>
              <a:t> component, used to render text onscreen for various purposes such as labels, buttons, and other information.</a:t>
            </a:r>
          </a:p>
          <a:p>
            <a:pPr marL="285750" indent="-285750">
              <a:buFont typeface="Arial" panose="020B0604020202020204" pitchFamily="34" charset="0"/>
              <a:buChar char="•"/>
            </a:pPr>
            <a:r>
              <a:rPr lang="en-US" sz="2400" b="1" dirty="0"/>
              <a:t>Event System triggers </a:t>
            </a:r>
            <a:r>
              <a:rPr lang="en-US" sz="2400" dirty="0"/>
              <a:t>things in code from your UI. </a:t>
            </a:r>
            <a:endParaRPr lang="tr-TR" sz="2400" dirty="0"/>
          </a:p>
        </p:txBody>
      </p:sp>
      <p:sp>
        <p:nvSpPr>
          <p:cNvPr id="6" name="Slide Number Placeholder 5">
            <a:extLst>
              <a:ext uri="{FF2B5EF4-FFF2-40B4-BE49-F238E27FC236}">
                <a16:creationId xmlns:a16="http://schemas.microsoft.com/office/drawing/2014/main" id="{66824FAB-EEE2-466B-A934-30C58771A4DA}"/>
              </a:ext>
            </a:extLst>
          </p:cNvPr>
          <p:cNvSpPr>
            <a:spLocks noGrp="1"/>
          </p:cNvSpPr>
          <p:nvPr>
            <p:ph type="sldNum" sz="quarter" idx="12"/>
          </p:nvPr>
        </p:nvSpPr>
        <p:spPr/>
        <p:txBody>
          <a:bodyPr/>
          <a:lstStyle/>
          <a:p>
            <a:fld id="{2698BB43-DB97-4C55-8D33-CA4AB6A13C97}" type="slidenum">
              <a:rPr lang="tr-TR" smtClean="0"/>
              <a:t>36</a:t>
            </a:fld>
            <a:endParaRPr lang="tr-TR"/>
          </a:p>
        </p:txBody>
      </p:sp>
    </p:spTree>
    <p:extLst>
      <p:ext uri="{BB962C8B-B14F-4D97-AF65-F5344CB8AC3E}">
        <p14:creationId xmlns:p14="http://schemas.microsoft.com/office/powerpoint/2010/main" val="37637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1645</TotalTime>
  <Words>1971</Words>
  <Application>Microsoft Office PowerPoint</Application>
  <PresentationFormat>Widescreen</PresentationFormat>
  <Paragraphs>305</Paragraphs>
  <Slides>36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__Inter_1fc7a2</vt:lpstr>
      <vt:lpstr>Arial</vt:lpstr>
      <vt:lpstr>Arial Unicode MS</vt:lpstr>
      <vt:lpstr>Calibri</vt:lpstr>
      <vt:lpstr>Calibri Light</vt:lpstr>
      <vt:lpstr>CMR10</vt:lpstr>
      <vt:lpstr>Consolas</vt:lpstr>
      <vt:lpstr>Menlo</vt:lpstr>
      <vt:lpstr>Open Sans</vt:lpstr>
      <vt:lpstr>Verdana</vt:lpstr>
      <vt:lpstr>Office Theme</vt:lpstr>
      <vt:lpstr>Introduction to Game Development (with Unity) Week 2: Understanding Unity in details</vt:lpstr>
      <vt:lpstr>Week 1: Summary</vt:lpstr>
      <vt:lpstr>SOLID principles</vt:lpstr>
      <vt:lpstr>Table of Contents</vt:lpstr>
      <vt:lpstr>Miscellaneous in</vt:lpstr>
      <vt:lpstr>UI-User interface</vt:lpstr>
      <vt:lpstr>UI demo in Unity</vt:lpstr>
      <vt:lpstr>Adding  a new behavior: “script” component</vt:lpstr>
      <vt:lpstr>Awake()</vt:lpstr>
      <vt:lpstr>Start()</vt:lpstr>
      <vt:lpstr>Update()</vt:lpstr>
      <vt:lpstr>FixedUpdate()</vt:lpstr>
      <vt:lpstr>OnGUI()</vt:lpstr>
      <vt:lpstr>OnDisable()</vt:lpstr>
      <vt:lpstr>OnEnable()</vt:lpstr>
      <vt:lpstr>LateUpdate()</vt:lpstr>
      <vt:lpstr>Working with Camera</vt:lpstr>
      <vt:lpstr>2D and 3D Points</vt:lpstr>
      <vt:lpstr>Vector2, Vector3</vt:lpstr>
      <vt:lpstr>Vectors?</vt:lpstr>
      <vt:lpstr>The Relationship between Points and Vectors </vt:lpstr>
      <vt:lpstr>Negating a Vector </vt:lpstr>
      <vt:lpstr>Addition, Subtraction</vt:lpstr>
      <vt:lpstr>PowerPoint Presentation</vt:lpstr>
      <vt:lpstr>Dot product</vt:lpstr>
      <vt:lpstr>PowerPoint Presentation</vt:lpstr>
      <vt:lpstr>Cross product</vt:lpstr>
      <vt:lpstr>GameObject</vt:lpstr>
      <vt:lpstr>Transform</vt:lpstr>
      <vt:lpstr>Rigidbody</vt:lpstr>
      <vt:lpstr>Colliders &amp; Collision</vt:lpstr>
      <vt:lpstr>Trigger</vt:lpstr>
      <vt:lpstr>OnCollisionEnter</vt:lpstr>
      <vt:lpstr>OnCollisionExit</vt:lpstr>
      <vt:lpstr>OnCollisionStay</vt:lpstr>
      <vt:lpstr>UI-User interface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Unity as a game engine</dc:title>
  <dc:creator>KASIM ÖZACAR</dc:creator>
  <cp:lastModifiedBy>Kasım ÖZACAR</cp:lastModifiedBy>
  <cp:revision>115</cp:revision>
  <dcterms:created xsi:type="dcterms:W3CDTF">2018-02-11T18:45:31Z</dcterms:created>
  <dcterms:modified xsi:type="dcterms:W3CDTF">2026-02-19T11:32:21Z</dcterms:modified>
</cp:coreProperties>
</file>